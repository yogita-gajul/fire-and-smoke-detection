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9"/>
  </p:notesMasterIdLst>
  <p:handoutMasterIdLst>
    <p:handoutMasterId r:id="rId20"/>
  </p:handoutMasterIdLst>
  <p:sldIdLst>
    <p:sldId id="256" r:id="rId3"/>
    <p:sldId id="302" r:id="rId4"/>
    <p:sldId id="277" r:id="rId5"/>
    <p:sldId id="261" r:id="rId6"/>
    <p:sldId id="262" r:id="rId7"/>
    <p:sldId id="289" r:id="rId8"/>
    <p:sldId id="264" r:id="rId9"/>
    <p:sldId id="278" r:id="rId10"/>
    <p:sldId id="266" r:id="rId11"/>
    <p:sldId id="292" r:id="rId12"/>
    <p:sldId id="291" r:id="rId13"/>
    <p:sldId id="293" r:id="rId14"/>
    <p:sldId id="294" r:id="rId15"/>
    <p:sldId id="268" r:id="rId16"/>
    <p:sldId id="283" r:id="rId17"/>
    <p:sldId id="27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7E9639D4-E3E2-4D34-9284-5A2195B3D0D7}"/>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9" autoAdjust="0"/>
  </p:normalViewPr>
  <p:slideViewPr>
    <p:cSldViewPr snapToGrid="0" showGuides="1">
      <p:cViewPr varScale="1">
        <p:scale>
          <a:sx n="61" d="100"/>
          <a:sy n="61" d="100"/>
        </p:scale>
        <p:origin x="884" y="80"/>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customXml" Target="../customXml/item3.xml"/><Relationship Id="rId26" Type="http://schemas.openxmlformats.org/officeDocument/2006/relationships/customXml" Target="../customXml/item2.xml"/><Relationship Id="rId25" Type="http://schemas.openxmlformats.org/officeDocument/2006/relationships/customXml" Target="../customXml/item1.xml"/><Relationship Id="rId24" Type="http://schemas.openxmlformats.org/officeDocument/2006/relationships/commentAuthors" Target="commentAuthors.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7" Type="http://schemas.openxmlformats.org/officeDocument/2006/relationships/image" Target="../media/image20.svg"/><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endParaRPr lang="en-US"/>
          </a:p>
        </p:txBody>
      </p:sp>
      <p:sp>
        <p:nvSpPr>
          <p:cNvPr id="3" name="Subtitle 2"/>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pic>
        <p:nvPicPr>
          <p:cNvPr id="8" name="Graphic 7"/>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a:fillRect/>
          </a:stretch>
        </p:blipFill>
        <p:spPr>
          <a:xfrm>
            <a:off x="0" y="0"/>
            <a:ext cx="9488312" cy="505432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a:fillRect/>
          </a:stretch>
        </p:blipFill>
        <p:spPr>
          <a:xfrm>
            <a:off x="5488815" y="0"/>
            <a:ext cx="6703185" cy="6858000"/>
          </a:xfrm>
          <a:prstGeom prst="rect">
            <a:avLst/>
          </a:prstGeom>
        </p:spPr>
      </p:pic>
      <p:sp>
        <p:nvSpPr>
          <p:cNvPr id="2" name="Title 1"/>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endParaRPr lang="en-US"/>
          </a:p>
        </p:txBody>
      </p:sp>
      <p:sp>
        <p:nvSpPr>
          <p:cNvPr id="3" name="Content Placeholder 2"/>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1333500" y="6356350"/>
            <a:ext cx="985157" cy="365125"/>
          </a:xfrm>
        </p:spPr>
        <p:txBody>
          <a:bodyPr/>
          <a:lstStyle>
            <a:lvl1pPr>
              <a:defRPr sz="900"/>
            </a:lvl1pPr>
          </a:lstStyle>
          <a:p>
            <a:r>
              <a:rPr lang="en-US" dirty="0"/>
              <a:t>20XX</a:t>
            </a:r>
            <a:endParaRPr lang="en-US" dirty="0"/>
          </a:p>
        </p:txBody>
      </p:sp>
      <p:sp>
        <p:nvSpPr>
          <p:cNvPr id="5" name="Footer Placeholder 4"/>
          <p:cNvSpPr>
            <a:spLocks noGrp="1"/>
          </p:cNvSpPr>
          <p:nvPr>
            <p:ph type="ftr" sz="quarter" idx="11"/>
          </p:nvPr>
        </p:nvSpPr>
        <p:spPr>
          <a:xfrm>
            <a:off x="2669886" y="6356349"/>
            <a:ext cx="2482842" cy="365125"/>
          </a:xfrm>
        </p:spPr>
        <p:txBody>
          <a:bodyPr/>
          <a:lstStyle>
            <a:lvl1pPr>
              <a:defRPr sz="900"/>
            </a:lvl1pPr>
          </a:lstStyle>
          <a:p>
            <a:r>
              <a:rPr lang="en-US" dirty="0"/>
              <a:t>Pitch Deck</a:t>
            </a:r>
            <a:endParaRPr lang="en-US" dirty="0"/>
          </a:p>
        </p:txBody>
      </p:sp>
      <p:sp>
        <p:nvSpPr>
          <p:cNvPr id="6" name="Slide Number Placeholder 5"/>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endParaRPr lang="en-US"/>
          </a:p>
        </p:txBody>
      </p:sp>
      <p:sp>
        <p:nvSpPr>
          <p:cNvPr id="16" name="Text Placeholder 15"/>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endParaRPr lang="en-US" dirty="0"/>
          </a:p>
        </p:txBody>
      </p:sp>
      <p:sp>
        <p:nvSpPr>
          <p:cNvPr id="17" name="Text Placeholder 15"/>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endParaRPr lang="en-US"/>
          </a:p>
        </p:txBody>
      </p:sp>
      <p:sp>
        <p:nvSpPr>
          <p:cNvPr id="18" name="Text Placeholder 15"/>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endParaRPr lang="en-US"/>
          </a:p>
        </p:txBody>
      </p:sp>
      <p:sp>
        <p:nvSpPr>
          <p:cNvPr id="19" name="Text Placeholder 15"/>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endParaRPr lang="en-US"/>
          </a:p>
        </p:txBody>
      </p:sp>
      <p:sp>
        <p:nvSpPr>
          <p:cNvPr id="34" name="Text Placeholder 15"/>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endParaRPr lang="en-US"/>
          </a:p>
        </p:txBody>
      </p:sp>
      <p:sp>
        <p:nvSpPr>
          <p:cNvPr id="35" name="Text Placeholder 15"/>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endParaRPr lang="en-US"/>
          </a:p>
        </p:txBody>
      </p:sp>
      <p:sp>
        <p:nvSpPr>
          <p:cNvPr id="36" name="Text Placeholder 15"/>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endParaRPr lang="en-US"/>
          </a:p>
        </p:txBody>
      </p:sp>
      <p:sp>
        <p:nvSpPr>
          <p:cNvPr id="37" name="Text Placeholder 15"/>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endParaRPr lang="en-US"/>
          </a:p>
        </p:txBody>
      </p:sp>
      <p:cxnSp>
        <p:nvCxnSpPr>
          <p:cNvPr id="3" name="Straight Connector 2"/>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p:cNvSpPr>
            <a:spLocks noGrp="1"/>
          </p:cNvSpPr>
          <p:nvPr>
            <p:ph type="dt" sz="half" idx="10"/>
          </p:nvPr>
        </p:nvSpPr>
        <p:spPr/>
        <p:txBody>
          <a:bodyPr/>
          <a:lstStyle>
            <a:lvl1pPr>
              <a:defRPr sz="900">
                <a:solidFill>
                  <a:srgbClr val="898989"/>
                </a:solidFill>
              </a:defRPr>
            </a:lvl1pPr>
          </a:lstStyle>
          <a:p>
            <a:r>
              <a:rPr lang="en-US" dirty="0"/>
              <a:t>20XX</a:t>
            </a:r>
            <a:endParaRPr lang="en-US" dirty="0"/>
          </a:p>
        </p:txBody>
      </p:sp>
      <p:sp>
        <p:nvSpPr>
          <p:cNvPr id="6" name="Footer Placeholder 5"/>
          <p:cNvSpPr>
            <a:spLocks noGrp="1"/>
          </p:cNvSpPr>
          <p:nvPr>
            <p:ph type="ftr" sz="quarter" idx="11"/>
          </p:nvPr>
        </p:nvSpPr>
        <p:spPr>
          <a:xfrm>
            <a:off x="6155823" y="6356350"/>
            <a:ext cx="1808712" cy="365125"/>
          </a:xfrm>
        </p:spPr>
        <p:txBody>
          <a:bodyPr/>
          <a:lstStyle>
            <a:lvl1pPr algn="l">
              <a:defRPr sz="900"/>
            </a:lvl1pPr>
          </a:lstStyle>
          <a:p>
            <a:r>
              <a:rPr lang="en-US" dirty="0"/>
              <a:t>Pitch Deck</a:t>
            </a:r>
            <a:endParaRPr lang="en-US" dirty="0"/>
          </a:p>
        </p:txBody>
      </p:sp>
      <p:sp>
        <p:nvSpPr>
          <p:cNvPr id="7" name="Slide Number Placeholder 6"/>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endParaRPr lang="en-US"/>
          </a:p>
        </p:txBody>
      </p:sp>
      <p:sp>
        <p:nvSpPr>
          <p:cNvPr id="15" name="Text Placeholder 15"/>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endParaRPr lang="en-US"/>
          </a:p>
        </p:txBody>
      </p:sp>
      <p:sp>
        <p:nvSpPr>
          <p:cNvPr id="17" name="Text Placeholder 18"/>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endParaRPr lang="en-US"/>
          </a:p>
        </p:txBody>
      </p:sp>
      <p:sp>
        <p:nvSpPr>
          <p:cNvPr id="31" name="Text Placeholder 15"/>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endParaRPr lang="en-US"/>
          </a:p>
        </p:txBody>
      </p:sp>
      <p:sp>
        <p:nvSpPr>
          <p:cNvPr id="32" name="Text Placeholder 18"/>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endParaRPr lang="en-US"/>
          </a:p>
        </p:txBody>
      </p:sp>
      <p:sp>
        <p:nvSpPr>
          <p:cNvPr id="33" name="Text Placeholder 15"/>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endParaRPr lang="en-US"/>
          </a:p>
        </p:txBody>
      </p:sp>
      <p:sp>
        <p:nvSpPr>
          <p:cNvPr id="34" name="Text Placeholder 18"/>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endParaRPr lang="en-US"/>
          </a:p>
        </p:txBody>
      </p:sp>
      <p:sp>
        <p:nvSpPr>
          <p:cNvPr id="12" name="Text Placeholder 15"/>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endParaRPr lang="en-US"/>
          </a:p>
        </p:txBody>
      </p:sp>
      <p:sp>
        <p:nvSpPr>
          <p:cNvPr id="13" name="Text Placeholder 18"/>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endParaRPr lang="en-US"/>
          </a:p>
        </p:txBody>
      </p:sp>
      <p:sp>
        <p:nvSpPr>
          <p:cNvPr id="3" name="Date Placeholder 2"/>
          <p:cNvSpPr>
            <a:spLocks noGrp="1"/>
          </p:cNvSpPr>
          <p:nvPr>
            <p:ph type="dt" sz="half" idx="20"/>
          </p:nvPr>
        </p:nvSpPr>
        <p:spPr/>
        <p:txBody>
          <a:bodyPr/>
          <a:lstStyle/>
          <a:p>
            <a:r>
              <a:rPr lang="en-US" dirty="0"/>
              <a:t>20XX</a:t>
            </a:r>
            <a:endParaRPr lang="en-US" dirty="0"/>
          </a:p>
        </p:txBody>
      </p:sp>
      <p:sp>
        <p:nvSpPr>
          <p:cNvPr id="4" name="Footer Placeholder 3"/>
          <p:cNvSpPr>
            <a:spLocks noGrp="1"/>
          </p:cNvSpPr>
          <p:nvPr>
            <p:ph type="ftr" sz="quarter" idx="21"/>
          </p:nvPr>
        </p:nvSpPr>
        <p:spPr/>
        <p:txBody>
          <a:bodyPr/>
          <a:lstStyle/>
          <a:p>
            <a:r>
              <a:rPr lang="en-US" dirty="0"/>
              <a:t>Pitch Deck</a:t>
            </a:r>
            <a:endParaRPr lang="en-US" dirty="0"/>
          </a:p>
        </p:txBody>
      </p:sp>
      <p:sp>
        <p:nvSpPr>
          <p:cNvPr id="5" name="Slide Number Placeholder 4"/>
          <p:cNvSpPr>
            <a:spLocks noGrp="1"/>
          </p:cNvSpPr>
          <p:nvPr>
            <p:ph type="sldNum" sz="quarter" idx="22"/>
          </p:nvPr>
        </p:nvSpPr>
        <p:spPr/>
        <p:txBody>
          <a:bodyPr/>
          <a:lstStyle/>
          <a:p>
            <a:fld id="{B5CEABB6-07DC-46E8-9B57-56EC44A396E5}" type="slidenum">
              <a:rPr lang="en-US" smtClean="0"/>
            </a:fld>
            <a:endParaRPr lang="en-US" dirty="0"/>
          </a:p>
        </p:txBody>
      </p:sp>
      <p:cxnSp>
        <p:nvCxnSpPr>
          <p:cNvPr id="2" name="Straight Connector 1"/>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c 7"/>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endParaRPr lang="en-US"/>
          </a:p>
        </p:txBody>
      </p:sp>
      <p:sp>
        <p:nvSpPr>
          <p:cNvPr id="15" name="Text Placeholder 15"/>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endParaRPr lang="en-US"/>
          </a:p>
        </p:txBody>
      </p:sp>
      <p:sp>
        <p:nvSpPr>
          <p:cNvPr id="17" name="Text Placeholder 18"/>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endParaRPr lang="en-US"/>
          </a:p>
        </p:txBody>
      </p:sp>
      <p:sp>
        <p:nvSpPr>
          <p:cNvPr id="16" name="Text Placeholder 15"/>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endParaRPr lang="en-US"/>
          </a:p>
        </p:txBody>
      </p:sp>
      <p:sp>
        <p:nvSpPr>
          <p:cNvPr id="18" name="Text Placeholder 18"/>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endParaRPr lang="en-US"/>
          </a:p>
        </p:txBody>
      </p:sp>
      <p:sp>
        <p:nvSpPr>
          <p:cNvPr id="19" name="Text Placeholder 15"/>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endParaRPr lang="en-US"/>
          </a:p>
        </p:txBody>
      </p:sp>
      <p:sp>
        <p:nvSpPr>
          <p:cNvPr id="20" name="Text Placeholder 18"/>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endParaRPr lang="en-US"/>
          </a:p>
        </p:txBody>
      </p:sp>
      <p:sp>
        <p:nvSpPr>
          <p:cNvPr id="23" name="Text Placeholder 15"/>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endParaRPr lang="en-US"/>
          </a:p>
        </p:txBody>
      </p:sp>
      <p:sp>
        <p:nvSpPr>
          <p:cNvPr id="24" name="Text Placeholder 18"/>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endParaRPr lang="en-US"/>
          </a:p>
        </p:txBody>
      </p:sp>
      <p:sp>
        <p:nvSpPr>
          <p:cNvPr id="3" name="Date Placeholder 2"/>
          <p:cNvSpPr>
            <a:spLocks noGrp="1"/>
          </p:cNvSpPr>
          <p:nvPr>
            <p:ph type="dt" sz="half" idx="20"/>
          </p:nvPr>
        </p:nvSpPr>
        <p:spPr>
          <a:xfrm>
            <a:off x="5919680" y="6356350"/>
            <a:ext cx="947516" cy="365125"/>
          </a:xfrm>
        </p:spPr>
        <p:txBody>
          <a:bodyPr/>
          <a:lstStyle>
            <a:lvl1pPr>
              <a:defRPr sz="900"/>
            </a:lvl1pPr>
          </a:lstStyle>
          <a:p>
            <a:r>
              <a:rPr lang="en-US" dirty="0"/>
              <a:t>20XX</a:t>
            </a:r>
            <a:endParaRPr lang="en-US" dirty="0"/>
          </a:p>
        </p:txBody>
      </p:sp>
      <p:sp>
        <p:nvSpPr>
          <p:cNvPr id="4" name="Footer Placeholder 3"/>
          <p:cNvSpPr>
            <a:spLocks noGrp="1"/>
          </p:cNvSpPr>
          <p:nvPr>
            <p:ph type="ftr" sz="quarter" idx="21"/>
          </p:nvPr>
        </p:nvSpPr>
        <p:spPr>
          <a:xfrm>
            <a:off x="7161955" y="6356350"/>
            <a:ext cx="3243942" cy="365125"/>
          </a:xfrm>
        </p:spPr>
        <p:txBody>
          <a:bodyPr/>
          <a:lstStyle>
            <a:lvl1pPr>
              <a:defRPr sz="900"/>
            </a:lvl1pPr>
          </a:lstStyle>
          <a:p>
            <a:r>
              <a:rPr lang="en-US" dirty="0"/>
              <a:t>Pitch Deck</a:t>
            </a:r>
            <a:endParaRPr lang="en-US" dirty="0"/>
          </a:p>
        </p:txBody>
      </p:sp>
      <p:sp>
        <p:nvSpPr>
          <p:cNvPr id="5" name="Slide Number Placeholder 4"/>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fld>
            <a:endParaRPr lang="en-US" dirty="0"/>
          </a:p>
        </p:txBody>
      </p:sp>
      <p:pic>
        <p:nvPicPr>
          <p:cNvPr id="2" name="Graphic 1"/>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a:fillRect/>
          </a:stretch>
        </p:blipFill>
        <p:spPr>
          <a:xfrm>
            <a:off x="-4696" y="-1"/>
            <a:ext cx="4896735" cy="4385949"/>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endParaRPr lang="en-US"/>
          </a:p>
        </p:txBody>
      </p:sp>
      <p:sp>
        <p:nvSpPr>
          <p:cNvPr id="3" name="Text Placeholder 2"/>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cxnSp>
        <p:nvCxnSpPr>
          <p:cNvPr id="14" name="Straight Connector 13"/>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p:cNvSpPr>
            <a:spLocks noGrp="1"/>
          </p:cNvSpPr>
          <p:nvPr>
            <p:ph type="dt" sz="half" idx="10"/>
          </p:nvPr>
        </p:nvSpPr>
        <p:spPr>
          <a:xfrm>
            <a:off x="838200" y="6356350"/>
            <a:ext cx="2743200" cy="365125"/>
          </a:xfrm>
        </p:spPr>
        <p:txBody>
          <a:bodyPr/>
          <a:lstStyle>
            <a:lvl1pPr>
              <a:defRPr sz="900"/>
            </a:lvl1pPr>
          </a:lstStyle>
          <a:p>
            <a:r>
              <a:rPr lang="en-US" dirty="0"/>
              <a:t>20XX</a:t>
            </a:r>
            <a:endParaRPr lang="en-US" dirty="0"/>
          </a:p>
        </p:txBody>
      </p:sp>
      <p:sp>
        <p:nvSpPr>
          <p:cNvPr id="10" name="Footer Placeholder 7"/>
          <p:cNvSpPr>
            <a:spLocks noGrp="1"/>
          </p:cNvSpPr>
          <p:nvPr>
            <p:ph type="ftr" sz="quarter" idx="11"/>
          </p:nvPr>
        </p:nvSpPr>
        <p:spPr>
          <a:xfrm>
            <a:off x="5224463" y="6356350"/>
            <a:ext cx="1743075" cy="365125"/>
          </a:xfrm>
        </p:spPr>
        <p:txBody>
          <a:bodyPr/>
          <a:lstStyle>
            <a:lvl1pPr>
              <a:defRPr sz="900"/>
            </a:lvl1pPr>
          </a:lstStyle>
          <a:p>
            <a:r>
              <a:rPr lang="en-US" dirty="0"/>
              <a:t>Pitch Deck</a:t>
            </a:r>
            <a:endParaRPr lang="en-US" dirty="0"/>
          </a:p>
        </p:txBody>
      </p:sp>
      <p:sp>
        <p:nvSpPr>
          <p:cNvPr id="11" name="Slide Number Placeholder 8"/>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endParaRPr lang="en-US"/>
          </a:p>
        </p:txBody>
      </p:sp>
      <p:pic>
        <p:nvPicPr>
          <p:cNvPr id="5" name="Graphic 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endParaRPr lang="en-US"/>
          </a:p>
        </p:txBody>
      </p:sp>
      <p:cxnSp>
        <p:nvCxnSpPr>
          <p:cNvPr id="9" name="Straight Connector 8"/>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endParaRPr lang="en-US"/>
          </a:p>
        </p:txBody>
      </p:sp>
      <p:sp>
        <p:nvSpPr>
          <p:cNvPr id="12" name="Text Placeholder 18"/>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endParaRPr lang="en-US"/>
          </a:p>
        </p:txBody>
      </p:sp>
      <p:sp>
        <p:nvSpPr>
          <p:cNvPr id="13" name="Text Placeholder 15"/>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endParaRPr lang="en-US"/>
          </a:p>
        </p:txBody>
      </p:sp>
      <p:sp>
        <p:nvSpPr>
          <p:cNvPr id="14" name="Text Placeholder 18"/>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endParaRPr lang="en-US"/>
          </a:p>
        </p:txBody>
      </p:sp>
      <p:sp>
        <p:nvSpPr>
          <p:cNvPr id="15" name="Text Placeholder 15"/>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endParaRPr lang="en-US"/>
          </a:p>
        </p:txBody>
      </p:sp>
      <p:sp>
        <p:nvSpPr>
          <p:cNvPr id="16" name="Text Placeholder 18"/>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endParaRPr lang="en-US"/>
          </a:p>
        </p:txBody>
      </p:sp>
      <p:sp>
        <p:nvSpPr>
          <p:cNvPr id="17" name="Date Placeholder 2"/>
          <p:cNvSpPr>
            <a:spLocks noGrp="1"/>
          </p:cNvSpPr>
          <p:nvPr>
            <p:ph type="dt" sz="half" idx="20"/>
          </p:nvPr>
        </p:nvSpPr>
        <p:spPr>
          <a:xfrm>
            <a:off x="5919680" y="6356350"/>
            <a:ext cx="947516" cy="365125"/>
          </a:xfrm>
        </p:spPr>
        <p:txBody>
          <a:bodyPr/>
          <a:lstStyle>
            <a:lvl1pPr>
              <a:defRPr sz="900"/>
            </a:lvl1pPr>
          </a:lstStyle>
          <a:p>
            <a:r>
              <a:rPr lang="en-US" dirty="0"/>
              <a:t>20XX</a:t>
            </a:r>
            <a:endParaRPr lang="en-US" dirty="0"/>
          </a:p>
        </p:txBody>
      </p:sp>
      <p:sp>
        <p:nvSpPr>
          <p:cNvPr id="18" name="Footer Placeholder 3"/>
          <p:cNvSpPr>
            <a:spLocks noGrp="1"/>
          </p:cNvSpPr>
          <p:nvPr>
            <p:ph type="ftr" sz="quarter" idx="21"/>
          </p:nvPr>
        </p:nvSpPr>
        <p:spPr>
          <a:xfrm>
            <a:off x="7161955" y="6356350"/>
            <a:ext cx="3243942" cy="365125"/>
          </a:xfrm>
        </p:spPr>
        <p:txBody>
          <a:bodyPr/>
          <a:lstStyle>
            <a:lvl1pPr>
              <a:defRPr sz="900"/>
            </a:lvl1pPr>
          </a:lstStyle>
          <a:p>
            <a:r>
              <a:rPr lang="en-US" dirty="0"/>
              <a:t>Pitch Deck</a:t>
            </a:r>
            <a:endParaRPr lang="en-US" dirty="0"/>
          </a:p>
        </p:txBody>
      </p:sp>
      <p:sp>
        <p:nvSpPr>
          <p:cNvPr id="19" name="Slide Number Placeholder 4"/>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endParaRPr lang="en-US"/>
          </a:p>
        </p:txBody>
      </p:sp>
      <p:sp>
        <p:nvSpPr>
          <p:cNvPr id="3" name="Text Placeholder 2"/>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endParaRPr lang="en-US"/>
          </a:p>
        </p:txBody>
      </p:sp>
      <p:sp>
        <p:nvSpPr>
          <p:cNvPr id="4" name="Content Placeholder 3"/>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endParaRPr lang="en-US"/>
          </a:p>
        </p:txBody>
      </p:sp>
      <p:sp>
        <p:nvSpPr>
          <p:cNvPr id="6" name="Content Placeholder 5"/>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21" name="Text Placeholder 2"/>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endParaRPr lang="en-US"/>
          </a:p>
        </p:txBody>
      </p:sp>
      <p:sp>
        <p:nvSpPr>
          <p:cNvPr id="22" name="Content Placeholder 3"/>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lvl1pPr>
              <a:defRPr sz="900"/>
            </a:lvl1pPr>
          </a:lstStyle>
          <a:p>
            <a:r>
              <a:rPr lang="en-US" dirty="0"/>
              <a:t>20XX</a:t>
            </a:r>
            <a:endParaRPr lang="en-US" dirty="0"/>
          </a:p>
        </p:txBody>
      </p:sp>
      <p:sp>
        <p:nvSpPr>
          <p:cNvPr id="8" name="Footer Placeholder 7"/>
          <p:cNvSpPr>
            <a:spLocks noGrp="1"/>
          </p:cNvSpPr>
          <p:nvPr>
            <p:ph type="ftr" sz="quarter" idx="11"/>
          </p:nvPr>
        </p:nvSpPr>
        <p:spPr/>
        <p:txBody>
          <a:bodyPr/>
          <a:lstStyle>
            <a:lvl1pPr>
              <a:defRPr sz="900"/>
            </a:lvl1pPr>
          </a:lstStyle>
          <a:p>
            <a:r>
              <a:rPr lang="en-US" dirty="0"/>
              <a:t>Pitch Deck</a:t>
            </a:r>
            <a:endParaRPr lang="en-US" dirty="0"/>
          </a:p>
        </p:txBody>
      </p:sp>
      <p:sp>
        <p:nvSpPr>
          <p:cNvPr id="9" name="Slide Number Placeholder 8"/>
          <p:cNvSpPr>
            <a:spLocks noGrp="1"/>
          </p:cNvSpPr>
          <p:nvPr>
            <p:ph type="sldNum" sz="quarter" idx="12"/>
          </p:nvPr>
        </p:nvSpPr>
        <p:spPr/>
        <p:txBody>
          <a:bodyPr/>
          <a:lstStyle>
            <a:lvl1pPr>
              <a:defRPr sz="900"/>
            </a:lvl1pPr>
          </a:lstStyle>
          <a:p>
            <a:fld id="{B5CEABB6-07DC-46E8-9B57-56EC44A396E5}" type="slidenum">
              <a:rPr lang="en-US" smtClean="0"/>
            </a:fld>
            <a:endParaRPr lang="en-US" dirty="0"/>
          </a:p>
        </p:txBody>
      </p:sp>
      <p:cxnSp>
        <p:nvCxnSpPr>
          <p:cNvPr id="16" name="Straight Connector 15"/>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endParaRPr lang="en-US"/>
          </a:p>
        </p:txBody>
      </p:sp>
      <p:sp>
        <p:nvSpPr>
          <p:cNvPr id="3" name="Text Placeholder 2"/>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a:p>
        </p:txBody>
      </p:sp>
      <p:sp>
        <p:nvSpPr>
          <p:cNvPr id="23" name="Text Placeholder 2"/>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a:p>
        </p:txBody>
      </p:sp>
      <p:sp>
        <p:nvSpPr>
          <p:cNvPr id="24" name="Text Placeholder 2"/>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a:p>
        </p:txBody>
      </p:sp>
      <p:sp>
        <p:nvSpPr>
          <p:cNvPr id="4" name="Content Placeholder 3"/>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endParaRPr lang="en-US"/>
          </a:p>
        </p:txBody>
      </p:sp>
      <p:sp>
        <p:nvSpPr>
          <p:cNvPr id="6" name="Content Placeholder 5"/>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endParaRPr lang="en-US"/>
          </a:p>
        </p:txBody>
      </p:sp>
      <p:sp>
        <p:nvSpPr>
          <p:cNvPr id="22" name="Content Placeholder 3"/>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endParaRPr lang="en-US"/>
          </a:p>
        </p:txBody>
      </p:sp>
      <p:pic>
        <p:nvPicPr>
          <p:cNvPr id="11" name="Graphic 10"/>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Content Placeholder 3"/>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endParaRPr lang="en-US"/>
          </a:p>
        </p:txBody>
      </p:sp>
      <p:sp>
        <p:nvSpPr>
          <p:cNvPr id="26" name="Content Placeholder 5"/>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endParaRPr lang="en-US"/>
          </a:p>
          <a:p>
            <a:pPr lvl="1"/>
            <a:r>
              <a:rPr lang="en-US"/>
              <a:t>Second level</a:t>
            </a:r>
            <a:endParaRPr lang="en-US"/>
          </a:p>
        </p:txBody>
      </p:sp>
      <p:sp>
        <p:nvSpPr>
          <p:cNvPr id="27" name="Content Placeholder 3"/>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endParaRPr lang="en-US"/>
          </a:p>
        </p:txBody>
      </p:sp>
      <p:sp>
        <p:nvSpPr>
          <p:cNvPr id="7" name="Date Placeholder 6"/>
          <p:cNvSpPr>
            <a:spLocks noGrp="1"/>
          </p:cNvSpPr>
          <p:nvPr>
            <p:ph type="dt" sz="half" idx="10"/>
          </p:nvPr>
        </p:nvSpPr>
        <p:spPr/>
        <p:txBody>
          <a:bodyPr/>
          <a:lstStyle>
            <a:lvl1pPr>
              <a:defRPr sz="900"/>
            </a:lvl1pPr>
          </a:lstStyle>
          <a:p>
            <a:r>
              <a:rPr lang="en-US" dirty="0"/>
              <a:t>20XX</a:t>
            </a:r>
            <a:endParaRPr lang="en-US" dirty="0"/>
          </a:p>
        </p:txBody>
      </p:sp>
      <p:sp>
        <p:nvSpPr>
          <p:cNvPr id="8" name="Footer Placeholder 7"/>
          <p:cNvSpPr>
            <a:spLocks noGrp="1"/>
          </p:cNvSpPr>
          <p:nvPr>
            <p:ph type="ftr" sz="quarter" idx="11"/>
          </p:nvPr>
        </p:nvSpPr>
        <p:spPr/>
        <p:txBody>
          <a:bodyPr/>
          <a:lstStyle>
            <a:lvl1pPr>
              <a:defRPr sz="900"/>
            </a:lvl1pPr>
          </a:lstStyle>
          <a:p>
            <a:r>
              <a:rPr lang="en-US" dirty="0"/>
              <a:t>Pitch Deck</a:t>
            </a:r>
            <a:endParaRPr lang="en-US" dirty="0"/>
          </a:p>
        </p:txBody>
      </p:sp>
      <p:sp>
        <p:nvSpPr>
          <p:cNvPr id="9" name="Slide Number Placeholder 8"/>
          <p:cNvSpPr>
            <a:spLocks noGrp="1"/>
          </p:cNvSpPr>
          <p:nvPr>
            <p:ph type="sldNum" sz="quarter" idx="12"/>
          </p:nvPr>
        </p:nvSpPr>
        <p:spPr/>
        <p:txBody>
          <a:bodyPr/>
          <a:lstStyle>
            <a:lvl1pPr>
              <a:defRPr sz="900"/>
            </a:lvl1pPr>
          </a:lstStyle>
          <a:p>
            <a:fld id="{B5CEABB6-07DC-46E8-9B57-56EC44A396E5}" type="slidenum">
              <a:rPr lang="en-US" smtClean="0"/>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endParaRPr lang="en-US"/>
          </a:p>
        </p:txBody>
      </p:sp>
      <p:sp>
        <p:nvSpPr>
          <p:cNvPr id="3" name="Text Placeholder 2"/>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endParaRPr lang="en-US"/>
          </a:p>
        </p:txBody>
      </p:sp>
      <p:sp>
        <p:nvSpPr>
          <p:cNvPr id="4" name="Content Placeholder 3"/>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endParaRPr lang="en-US"/>
          </a:p>
        </p:txBody>
      </p:sp>
      <p:sp>
        <p:nvSpPr>
          <p:cNvPr id="6" name="Content Placeholder 5"/>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lvl1pPr>
              <a:defRPr sz="900"/>
            </a:lvl1pPr>
          </a:lstStyle>
          <a:p>
            <a:r>
              <a:rPr lang="en-US" dirty="0"/>
              <a:t>20XX</a:t>
            </a:r>
            <a:endParaRPr lang="en-US" dirty="0"/>
          </a:p>
        </p:txBody>
      </p:sp>
      <p:sp>
        <p:nvSpPr>
          <p:cNvPr id="8" name="Footer Placeholder 7"/>
          <p:cNvSpPr>
            <a:spLocks noGrp="1"/>
          </p:cNvSpPr>
          <p:nvPr>
            <p:ph type="ftr" sz="quarter" idx="11"/>
          </p:nvPr>
        </p:nvSpPr>
        <p:spPr/>
        <p:txBody>
          <a:bodyPr/>
          <a:lstStyle>
            <a:lvl1pPr>
              <a:defRPr sz="900"/>
            </a:lvl1pPr>
          </a:lstStyle>
          <a:p>
            <a:r>
              <a:rPr lang="en-US" dirty="0"/>
              <a:t>Pitch Deck</a:t>
            </a:r>
            <a:endParaRPr lang="en-US" dirty="0"/>
          </a:p>
        </p:txBody>
      </p:sp>
      <p:sp>
        <p:nvSpPr>
          <p:cNvPr id="9" name="Slide Number Placeholder 8"/>
          <p:cNvSpPr>
            <a:spLocks noGrp="1"/>
          </p:cNvSpPr>
          <p:nvPr>
            <p:ph type="sldNum" sz="quarter" idx="12"/>
          </p:nvPr>
        </p:nvSpPr>
        <p:spPr/>
        <p:txBody>
          <a:bodyPr/>
          <a:lstStyle>
            <a:lvl1pPr>
              <a:defRPr sz="900"/>
            </a:lvl1pPr>
          </a:lstStyle>
          <a:p>
            <a:fld id="{B5CEABB6-07DC-46E8-9B57-56EC44A396E5}" type="slidenum">
              <a:rPr lang="en-US" smtClean="0"/>
            </a:fld>
            <a:endParaRPr lang="en-US" dirty="0"/>
          </a:p>
        </p:txBody>
      </p:sp>
      <p:pic>
        <p:nvPicPr>
          <p:cNvPr id="11" name="Graphic 10"/>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a:fillRect/>
          </a:stretch>
        </p:blipFill>
        <p:spPr>
          <a:xfrm>
            <a:off x="25785" y="0"/>
            <a:ext cx="4368030" cy="3912394"/>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a:fillRect/>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endParaRPr lang="en-US"/>
          </a:p>
        </p:txBody>
      </p:sp>
      <p:sp>
        <p:nvSpPr>
          <p:cNvPr id="20" name="Text Placeholder 15"/>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endParaRPr lang="en-US"/>
          </a:p>
        </p:txBody>
      </p:sp>
      <p:sp>
        <p:nvSpPr>
          <p:cNvPr id="25" name="Text Placeholder 18"/>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endParaRPr lang="en-US"/>
          </a:p>
        </p:txBody>
      </p:sp>
      <p:sp>
        <p:nvSpPr>
          <p:cNvPr id="26" name="Text Placeholder 15"/>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endParaRPr lang="en-US"/>
          </a:p>
        </p:txBody>
      </p:sp>
      <p:sp>
        <p:nvSpPr>
          <p:cNvPr id="27" name="Text Placeholder 18"/>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endParaRPr lang="en-US"/>
          </a:p>
        </p:txBody>
      </p:sp>
      <p:sp>
        <p:nvSpPr>
          <p:cNvPr id="28" name="Text Placeholder 15"/>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endParaRPr lang="en-US"/>
          </a:p>
        </p:txBody>
      </p:sp>
      <p:sp>
        <p:nvSpPr>
          <p:cNvPr id="29" name="Text Placeholder 18"/>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endParaRPr lang="en-US"/>
          </a:p>
        </p:txBody>
      </p:sp>
      <p:sp>
        <p:nvSpPr>
          <p:cNvPr id="21" name="Date Placeholder 6"/>
          <p:cNvSpPr>
            <a:spLocks noGrp="1"/>
          </p:cNvSpPr>
          <p:nvPr>
            <p:ph type="dt" sz="half" idx="10"/>
          </p:nvPr>
        </p:nvSpPr>
        <p:spPr>
          <a:xfrm>
            <a:off x="838200" y="6356350"/>
            <a:ext cx="2743200" cy="365125"/>
          </a:xfrm>
        </p:spPr>
        <p:txBody>
          <a:bodyPr/>
          <a:lstStyle>
            <a:lvl1pPr>
              <a:defRPr sz="900"/>
            </a:lvl1pPr>
          </a:lstStyle>
          <a:p>
            <a:r>
              <a:rPr lang="en-US" dirty="0"/>
              <a:t>20XX</a:t>
            </a:r>
            <a:endParaRPr lang="en-US" dirty="0"/>
          </a:p>
        </p:txBody>
      </p:sp>
      <p:sp>
        <p:nvSpPr>
          <p:cNvPr id="22" name="Footer Placeholder 7"/>
          <p:cNvSpPr>
            <a:spLocks noGrp="1"/>
          </p:cNvSpPr>
          <p:nvPr>
            <p:ph type="ftr" sz="quarter" idx="11"/>
          </p:nvPr>
        </p:nvSpPr>
        <p:spPr>
          <a:xfrm>
            <a:off x="4038600" y="6356350"/>
            <a:ext cx="4114800" cy="365125"/>
          </a:xfrm>
        </p:spPr>
        <p:txBody>
          <a:bodyPr/>
          <a:lstStyle>
            <a:lvl1pPr>
              <a:defRPr sz="900"/>
            </a:lvl1pPr>
          </a:lstStyle>
          <a:p>
            <a:r>
              <a:rPr lang="en-US" dirty="0"/>
              <a:t>Pitch Deck</a:t>
            </a:r>
            <a:endParaRPr lang="en-US" dirty="0"/>
          </a:p>
        </p:txBody>
      </p:sp>
      <p:sp>
        <p:nvSpPr>
          <p:cNvPr id="24" name="Slide Number Placeholder 8"/>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endParaRPr lang="en-US" noProof="0" dirty="0"/>
          </a:p>
        </p:txBody>
      </p:sp>
      <p:sp>
        <p:nvSpPr>
          <p:cNvPr id="6" name="Text Placeholder 10"/>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endParaRPr lang="en-US" noProof="0" dirty="0"/>
          </a:p>
        </p:txBody>
      </p:sp>
      <p:sp>
        <p:nvSpPr>
          <p:cNvPr id="7" name="Text Placeholder 10"/>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endParaRPr lang="en-US" noProof="0" dirty="0"/>
          </a:p>
        </p:txBody>
      </p:sp>
      <p:sp>
        <p:nvSpPr>
          <p:cNvPr id="8" name="Text Placeholder 10"/>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endParaRPr lang="en-US" noProof="0" dirty="0"/>
          </a:p>
        </p:txBody>
      </p:sp>
      <p:sp>
        <p:nvSpPr>
          <p:cNvPr id="9" name="Text Placeholder 10"/>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endParaRPr lang="en-US" noProof="0" dirty="0"/>
          </a:p>
        </p:txBody>
      </p:sp>
      <p:sp>
        <p:nvSpPr>
          <p:cNvPr id="10" name="Text Placeholder 10"/>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endParaRPr lang="en-US" noProof="0" dirty="0"/>
          </a:p>
        </p:txBody>
      </p:sp>
      <p:sp>
        <p:nvSpPr>
          <p:cNvPr id="11" name="Text Placeholder 10"/>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endParaRPr lang="en-US" noProof="0" dirty="0"/>
          </a:p>
        </p:txBody>
      </p:sp>
      <p:sp>
        <p:nvSpPr>
          <p:cNvPr id="12" name="Text Placeholder 10"/>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endParaRPr lang="en-US" noProof="0" dirty="0"/>
          </a:p>
        </p:txBody>
      </p:sp>
      <p:sp>
        <p:nvSpPr>
          <p:cNvPr id="13" name="Text Placeholder 10"/>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endParaRPr lang="en-US" noProof="0" dirty="0"/>
          </a:p>
        </p:txBody>
      </p:sp>
      <p:sp>
        <p:nvSpPr>
          <p:cNvPr id="14" name="Text Placeholder 10"/>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endParaRPr lang="en-US" noProof="0" dirty="0"/>
          </a:p>
        </p:txBody>
      </p:sp>
      <p:sp>
        <p:nvSpPr>
          <p:cNvPr id="15" name="Text Placeholder 10"/>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endParaRPr lang="en-US" noProof="0" dirty="0"/>
          </a:p>
        </p:txBody>
      </p:sp>
      <p:sp>
        <p:nvSpPr>
          <p:cNvPr id="16" name="Text Placeholder 10"/>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endParaRPr lang="en-US" noProof="0" dirty="0"/>
          </a:p>
        </p:txBody>
      </p:sp>
      <p:sp>
        <p:nvSpPr>
          <p:cNvPr id="17" name="Text Placeholder 10"/>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endParaRPr lang="en-US" noProof="0" dirty="0"/>
          </a:p>
        </p:txBody>
      </p:sp>
      <p:sp>
        <p:nvSpPr>
          <p:cNvPr id="18" name="Text Placeholder 10"/>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endParaRPr lang="en-US" noProof="0" dirty="0"/>
          </a:p>
        </p:txBody>
      </p:sp>
      <p:sp>
        <p:nvSpPr>
          <p:cNvPr id="19" name="Text Placeholder 10"/>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endParaRPr lang="en-US" noProof="0" dirty="0"/>
          </a:p>
        </p:txBody>
      </p:sp>
      <p:sp>
        <p:nvSpPr>
          <p:cNvPr id="20" name="Text Placeholder 10"/>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endParaRPr lang="en-US" noProof="0" dirty="0"/>
          </a:p>
        </p:txBody>
      </p:sp>
      <p:sp>
        <p:nvSpPr>
          <p:cNvPr id="21" name="Text Placeholder 10"/>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endParaRPr lang="en-US" noProof="0" dirty="0"/>
          </a:p>
        </p:txBody>
      </p:sp>
      <p:sp>
        <p:nvSpPr>
          <p:cNvPr id="22" name="Text Placeholder 10"/>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endParaRPr lang="en-US" noProof="0" dirty="0"/>
          </a:p>
        </p:txBody>
      </p:sp>
      <p:sp>
        <p:nvSpPr>
          <p:cNvPr id="23" name="Text Placeholder 10"/>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endParaRPr lang="en-US" noProof="0" dirty="0"/>
          </a:p>
        </p:txBody>
      </p:sp>
      <p:sp>
        <p:nvSpPr>
          <p:cNvPr id="24" name="Text Placeholder 10"/>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endParaRPr lang="en-US" noProof="0" dirty="0"/>
          </a:p>
        </p:txBody>
      </p:sp>
      <p:sp>
        <p:nvSpPr>
          <p:cNvPr id="25" name="Text Placeholder 10"/>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endParaRPr lang="en-US" noProof="0" dirty="0"/>
          </a:p>
        </p:txBody>
      </p:sp>
      <p:sp>
        <p:nvSpPr>
          <p:cNvPr id="26" name="Text Placeholder 10"/>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endParaRPr lang="en-US" noProof="0" dirty="0"/>
          </a:p>
        </p:txBody>
      </p:sp>
      <p:sp>
        <p:nvSpPr>
          <p:cNvPr id="27" name="Text Placeholder 10"/>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endParaRPr lang="en-US" noProof="0" dirty="0"/>
          </a:p>
        </p:txBody>
      </p:sp>
      <p:sp>
        <p:nvSpPr>
          <p:cNvPr id="28" name="Text Placeholder 10"/>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endParaRPr lang="en-US" noProof="0" dirty="0"/>
          </a:p>
        </p:txBody>
      </p:sp>
      <p:sp>
        <p:nvSpPr>
          <p:cNvPr id="29" name="Text Placeholder 10"/>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endParaRPr lang="en-US" noProof="0" dirty="0"/>
          </a:p>
        </p:txBody>
      </p:sp>
      <p:sp>
        <p:nvSpPr>
          <p:cNvPr id="30" name="Text Placeholder 10"/>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endParaRPr lang="en-US" noProof="0" dirty="0"/>
          </a:p>
        </p:txBody>
      </p:sp>
      <p:sp>
        <p:nvSpPr>
          <p:cNvPr id="31" name="Text Placeholder 10"/>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endParaRPr lang="en-US" noProof="0" dirty="0"/>
          </a:p>
        </p:txBody>
      </p:sp>
      <p:sp>
        <p:nvSpPr>
          <p:cNvPr id="32" name="Rectangle 31"/>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p:cNvSpPr>
            <a:spLocks noGrp="1"/>
          </p:cNvSpPr>
          <p:nvPr>
            <p:ph type="dt" sz="half" idx="10"/>
          </p:nvPr>
        </p:nvSpPr>
        <p:spPr>
          <a:xfrm>
            <a:off x="838200" y="6356350"/>
            <a:ext cx="2743200" cy="365125"/>
          </a:xfrm>
        </p:spPr>
        <p:txBody>
          <a:bodyPr/>
          <a:lstStyle>
            <a:lvl1pPr>
              <a:defRPr sz="900"/>
            </a:lvl1pPr>
          </a:lstStyle>
          <a:p>
            <a:r>
              <a:rPr lang="en-US" noProof="0" dirty="0"/>
              <a:t>20XX</a:t>
            </a:r>
            <a:endParaRPr lang="en-US" noProof="0" dirty="0"/>
          </a:p>
        </p:txBody>
      </p:sp>
      <p:sp>
        <p:nvSpPr>
          <p:cNvPr id="37" name="Footer Placeholder 3"/>
          <p:cNvSpPr>
            <a:spLocks noGrp="1"/>
          </p:cNvSpPr>
          <p:nvPr>
            <p:ph type="ftr" sz="quarter" idx="11"/>
          </p:nvPr>
        </p:nvSpPr>
        <p:spPr>
          <a:xfrm>
            <a:off x="4038600" y="6356350"/>
            <a:ext cx="4114800" cy="365125"/>
          </a:xfrm>
        </p:spPr>
        <p:txBody>
          <a:bodyPr/>
          <a:lstStyle>
            <a:lvl1pPr>
              <a:defRPr sz="900"/>
            </a:lvl1pPr>
          </a:lstStyle>
          <a:p>
            <a:r>
              <a:rPr lang="en-US" noProof="0" dirty="0"/>
              <a:t>Pitch Deck</a:t>
            </a:r>
            <a:endParaRPr lang="en-US" noProof="0" dirty="0"/>
          </a:p>
        </p:txBody>
      </p:sp>
      <p:sp>
        <p:nvSpPr>
          <p:cNvPr id="38" name="Slide Number Placeholder 4"/>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fld>
            <a:endParaRPr lang="en-US" noProof="0"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endParaRPr lang="en-US"/>
          </a:p>
        </p:txBody>
      </p:sp>
      <p:sp>
        <p:nvSpPr>
          <p:cNvPr id="3" name="Date Placeholder 2"/>
          <p:cNvSpPr>
            <a:spLocks noGrp="1"/>
          </p:cNvSpPr>
          <p:nvPr>
            <p:ph type="dt" sz="half" idx="10"/>
          </p:nvPr>
        </p:nvSpPr>
        <p:spPr/>
        <p:txBody>
          <a:bodyPr/>
          <a:lstStyle>
            <a:lvl1pPr>
              <a:defRPr sz="900"/>
            </a:lvl1pPr>
          </a:lstStyle>
          <a:p>
            <a:r>
              <a:rPr lang="en-US" dirty="0"/>
              <a:t>20XX</a:t>
            </a:r>
            <a:endParaRPr lang="en-US" dirty="0"/>
          </a:p>
        </p:txBody>
      </p:sp>
      <p:sp>
        <p:nvSpPr>
          <p:cNvPr id="4" name="Footer Placeholder 3"/>
          <p:cNvSpPr>
            <a:spLocks noGrp="1"/>
          </p:cNvSpPr>
          <p:nvPr>
            <p:ph type="ftr" sz="quarter" idx="11"/>
          </p:nvPr>
        </p:nvSpPr>
        <p:spPr/>
        <p:txBody>
          <a:bodyPr/>
          <a:lstStyle>
            <a:lvl1pPr>
              <a:defRPr sz="900"/>
            </a:lvl1pPr>
          </a:lstStyle>
          <a:p>
            <a:r>
              <a:rPr lang="en-US" dirty="0"/>
              <a:t>Pitch Deck</a:t>
            </a:r>
            <a:endParaRPr lang="en-US" dirty="0"/>
          </a:p>
        </p:txBody>
      </p:sp>
      <p:cxnSp>
        <p:nvCxnSpPr>
          <p:cNvPr id="10" name="Straight Connector 9"/>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lvl1pPr>
              <a:defRPr sz="900"/>
            </a:lvl1pPr>
          </a:lstStyle>
          <a:p>
            <a:fld id="{B5CEABB6-07DC-46E8-9B57-56EC44A396E5}" type="slidenum">
              <a:rPr lang="en-US" smtClean="0"/>
            </a:fld>
            <a:endParaRPr lang="en-US" dirty="0"/>
          </a:p>
        </p:txBody>
      </p:sp>
      <p:sp>
        <p:nvSpPr>
          <p:cNvPr id="8" name="Content Placeholder 7"/>
          <p:cNvSpPr>
            <a:spLocks noGrp="1"/>
          </p:cNvSpPr>
          <p:nvPr>
            <p:ph sz="quarter" idx="16"/>
          </p:nvPr>
        </p:nvSpPr>
        <p:spPr>
          <a:xfrm>
            <a:off x="838199" y="2136775"/>
            <a:ext cx="10515599" cy="36972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endParaRPr lang="en-US"/>
          </a:p>
        </p:txBody>
      </p:sp>
      <p:sp>
        <p:nvSpPr>
          <p:cNvPr id="11" name="Picture Placeholder 10"/>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endParaRPr lang="en-US"/>
          </a:p>
        </p:txBody>
      </p:sp>
      <p:sp>
        <p:nvSpPr>
          <p:cNvPr id="23" name="Text Placeholder 2"/>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endParaRPr lang="en-US"/>
          </a:p>
        </p:txBody>
      </p:sp>
      <p:sp>
        <p:nvSpPr>
          <p:cNvPr id="24" name="Text Placeholder 2"/>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endParaRPr lang="en-US"/>
          </a:p>
        </p:txBody>
      </p:sp>
      <p:sp>
        <p:nvSpPr>
          <p:cNvPr id="25" name="Text Placeholder 2"/>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endParaRPr lang="en-US"/>
          </a:p>
        </p:txBody>
      </p:sp>
      <p:sp>
        <p:nvSpPr>
          <p:cNvPr id="26" name="Text Placeholder 2"/>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endParaRPr lang="en-US"/>
          </a:p>
        </p:txBody>
      </p:sp>
      <p:sp>
        <p:nvSpPr>
          <p:cNvPr id="27" name="Text Placeholder 2"/>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endParaRPr lang="en-US"/>
          </a:p>
        </p:txBody>
      </p:sp>
      <p:sp>
        <p:nvSpPr>
          <p:cNvPr id="28" name="Text Placeholder 2"/>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endParaRPr lang="en-US"/>
          </a:p>
        </p:txBody>
      </p:sp>
      <p:sp>
        <p:nvSpPr>
          <p:cNvPr id="29" name="Text Placeholder 2"/>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endParaRPr lang="en-US"/>
          </a:p>
        </p:txBody>
      </p:sp>
      <p:sp>
        <p:nvSpPr>
          <p:cNvPr id="7" name="Date Placeholder 6"/>
          <p:cNvSpPr>
            <a:spLocks noGrp="1"/>
          </p:cNvSpPr>
          <p:nvPr>
            <p:ph type="dt" sz="half" idx="10"/>
          </p:nvPr>
        </p:nvSpPr>
        <p:spPr/>
        <p:txBody>
          <a:bodyPr/>
          <a:lstStyle>
            <a:lvl1pPr>
              <a:defRPr sz="900"/>
            </a:lvl1pPr>
          </a:lstStyle>
          <a:p>
            <a:r>
              <a:rPr lang="en-US" dirty="0"/>
              <a:t>20XX</a:t>
            </a:r>
            <a:endParaRPr lang="en-US" dirty="0"/>
          </a:p>
        </p:txBody>
      </p:sp>
      <p:sp>
        <p:nvSpPr>
          <p:cNvPr id="8" name="Footer Placeholder 7"/>
          <p:cNvSpPr>
            <a:spLocks noGrp="1"/>
          </p:cNvSpPr>
          <p:nvPr>
            <p:ph type="ftr" sz="quarter" idx="11"/>
          </p:nvPr>
        </p:nvSpPr>
        <p:spPr/>
        <p:txBody>
          <a:bodyPr/>
          <a:lstStyle>
            <a:lvl1pPr>
              <a:defRPr sz="900"/>
            </a:lvl1pPr>
          </a:lstStyle>
          <a:p>
            <a:r>
              <a:rPr lang="en-US" dirty="0"/>
              <a:t>Pitch Deck</a:t>
            </a:r>
            <a:endParaRPr lang="en-US" dirty="0"/>
          </a:p>
        </p:txBody>
      </p:sp>
      <p:sp>
        <p:nvSpPr>
          <p:cNvPr id="9" name="Slide Number Placeholder 8"/>
          <p:cNvSpPr>
            <a:spLocks noGrp="1"/>
          </p:cNvSpPr>
          <p:nvPr>
            <p:ph type="sldNum" sz="quarter" idx="12"/>
          </p:nvPr>
        </p:nvSpPr>
        <p:spPr/>
        <p:txBody>
          <a:bodyPr/>
          <a:lstStyle>
            <a:lvl1pPr>
              <a:defRPr sz="900"/>
            </a:lvl1pPr>
          </a:lstStyle>
          <a:p>
            <a:fld id="{B5CEABB6-07DC-46E8-9B57-56EC44A396E5}" type="slidenum">
              <a:rPr lang="en-US" smtClean="0"/>
            </a:fld>
            <a:endParaRPr lang="en-US" dirty="0"/>
          </a:p>
        </p:txBody>
      </p:sp>
      <p:cxnSp>
        <p:nvCxnSpPr>
          <p:cNvPr id="10" name="Straight Connector 9"/>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endParaRPr lang="en-US"/>
          </a:p>
        </p:txBody>
      </p:sp>
      <p:sp>
        <p:nvSpPr>
          <p:cNvPr id="11" name="Picture Placeholder 10"/>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endParaRPr lang="en-US"/>
          </a:p>
        </p:txBody>
      </p:sp>
      <p:sp>
        <p:nvSpPr>
          <p:cNvPr id="26" name="Text Placeholder 2"/>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endParaRPr lang="en-US"/>
          </a:p>
        </p:txBody>
      </p:sp>
      <p:sp>
        <p:nvSpPr>
          <p:cNvPr id="23" name="Text Placeholder 2"/>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endParaRPr lang="en-US"/>
          </a:p>
        </p:txBody>
      </p:sp>
      <p:sp>
        <p:nvSpPr>
          <p:cNvPr id="27" name="Text Placeholder 2"/>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endParaRPr lang="en-US"/>
          </a:p>
        </p:txBody>
      </p:sp>
      <p:sp>
        <p:nvSpPr>
          <p:cNvPr id="24" name="Text Placeholder 2"/>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endParaRPr lang="en-US"/>
          </a:p>
        </p:txBody>
      </p:sp>
      <p:sp>
        <p:nvSpPr>
          <p:cNvPr id="28" name="Text Placeholder 2"/>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endParaRPr lang="en-US"/>
          </a:p>
        </p:txBody>
      </p:sp>
      <p:sp>
        <p:nvSpPr>
          <p:cNvPr id="25" name="Text Placeholder 2"/>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endParaRPr lang="en-US"/>
          </a:p>
        </p:txBody>
      </p:sp>
      <p:sp>
        <p:nvSpPr>
          <p:cNvPr id="29" name="Text Placeholder 2"/>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endParaRPr lang="en-US"/>
          </a:p>
        </p:txBody>
      </p:sp>
      <p:sp>
        <p:nvSpPr>
          <p:cNvPr id="55" name="Picture Placeholder 10"/>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endParaRPr lang="en-US"/>
          </a:p>
        </p:txBody>
      </p:sp>
      <p:sp>
        <p:nvSpPr>
          <p:cNvPr id="62" name="Text Placeholder 2"/>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endParaRPr lang="en-US"/>
          </a:p>
        </p:txBody>
      </p:sp>
      <p:sp>
        <p:nvSpPr>
          <p:cNvPr id="59" name="Text Placeholder 2"/>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endParaRPr lang="en-US"/>
          </a:p>
        </p:txBody>
      </p:sp>
      <p:sp>
        <p:nvSpPr>
          <p:cNvPr id="63" name="Text Placeholder 2"/>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endParaRPr lang="en-US"/>
          </a:p>
        </p:txBody>
      </p:sp>
      <p:sp>
        <p:nvSpPr>
          <p:cNvPr id="60" name="Text Placeholder 2"/>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endParaRPr lang="en-US"/>
          </a:p>
        </p:txBody>
      </p:sp>
      <p:sp>
        <p:nvSpPr>
          <p:cNvPr id="64" name="Text Placeholder 2"/>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endParaRPr lang="en-US"/>
          </a:p>
        </p:txBody>
      </p:sp>
      <p:sp>
        <p:nvSpPr>
          <p:cNvPr id="61" name="Text Placeholder 2"/>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endParaRPr lang="en-US"/>
          </a:p>
        </p:txBody>
      </p:sp>
      <p:sp>
        <p:nvSpPr>
          <p:cNvPr id="65" name="Text Placeholder 2"/>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endParaRPr lang="en-US"/>
          </a:p>
        </p:txBody>
      </p:sp>
      <p:sp>
        <p:nvSpPr>
          <p:cNvPr id="7" name="Date Placeholder 6"/>
          <p:cNvSpPr>
            <a:spLocks noGrp="1"/>
          </p:cNvSpPr>
          <p:nvPr>
            <p:ph type="dt" sz="half" idx="10"/>
          </p:nvPr>
        </p:nvSpPr>
        <p:spPr/>
        <p:txBody>
          <a:bodyPr/>
          <a:lstStyle>
            <a:lvl1pPr>
              <a:defRPr sz="900">
                <a:solidFill>
                  <a:srgbClr val="898989"/>
                </a:solidFill>
              </a:defRPr>
            </a:lvl1pPr>
          </a:lstStyle>
          <a:p>
            <a:r>
              <a:rPr lang="en-US" dirty="0"/>
              <a:t>20XX</a:t>
            </a:r>
            <a:endParaRPr lang="en-US" dirty="0"/>
          </a:p>
        </p:txBody>
      </p:sp>
      <p:sp>
        <p:nvSpPr>
          <p:cNvPr id="8" name="Footer Placeholder 7"/>
          <p:cNvSpPr>
            <a:spLocks noGrp="1"/>
          </p:cNvSpPr>
          <p:nvPr>
            <p:ph type="ftr" sz="quarter" idx="11"/>
          </p:nvPr>
        </p:nvSpPr>
        <p:spPr/>
        <p:txBody>
          <a:bodyPr/>
          <a:lstStyle>
            <a:lvl1pPr>
              <a:defRPr sz="900">
                <a:solidFill>
                  <a:srgbClr val="898989"/>
                </a:solidFill>
              </a:defRPr>
            </a:lvl1pPr>
          </a:lstStyle>
          <a:p>
            <a:r>
              <a:rPr lang="en-US" dirty="0"/>
              <a:t>Pitch Deck</a:t>
            </a:r>
            <a:endParaRPr lang="en-US" dirty="0"/>
          </a:p>
        </p:txBody>
      </p:sp>
      <p:sp>
        <p:nvSpPr>
          <p:cNvPr id="9" name="Slide Number Placeholder 8"/>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fld>
            <a:endParaRPr lang="en-US" dirty="0"/>
          </a:p>
        </p:txBody>
      </p:sp>
      <p:pic>
        <p:nvPicPr>
          <p:cNvPr id="13" name="Graphic 1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endParaRPr lang="en-US"/>
          </a:p>
        </p:txBody>
      </p:sp>
      <p:sp>
        <p:nvSpPr>
          <p:cNvPr id="11" name="Content Placeholder 10"/>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endParaRPr lang="en-US" dirty="0"/>
          </a:p>
        </p:txBody>
      </p:sp>
      <p:sp>
        <p:nvSpPr>
          <p:cNvPr id="3" name="Text Placeholder 2"/>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a:p>
        </p:txBody>
      </p:sp>
      <p:sp>
        <p:nvSpPr>
          <p:cNvPr id="17" name="Text Placeholder 2"/>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endParaRPr lang="en-US" dirty="0"/>
          </a:p>
        </p:txBody>
      </p:sp>
      <p:sp>
        <p:nvSpPr>
          <p:cNvPr id="4" name="Content Placeholder 3"/>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endParaRPr lang="en-US"/>
          </a:p>
        </p:txBody>
      </p:sp>
      <p:sp>
        <p:nvSpPr>
          <p:cNvPr id="24" name="Content Placeholder 10"/>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endParaRPr lang="en-US" dirty="0"/>
          </a:p>
        </p:txBody>
      </p:sp>
      <p:sp>
        <p:nvSpPr>
          <p:cNvPr id="5" name="Text Placeholder 4"/>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a:p>
        </p:txBody>
      </p:sp>
      <p:sp>
        <p:nvSpPr>
          <p:cNvPr id="18" name="Text Placeholder 4"/>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endParaRPr lang="en-US" dirty="0"/>
          </a:p>
        </p:txBody>
      </p:sp>
      <p:sp>
        <p:nvSpPr>
          <p:cNvPr id="6" name="Content Placeholder 5"/>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endParaRPr lang="en-US"/>
          </a:p>
        </p:txBody>
      </p:sp>
      <p:sp>
        <p:nvSpPr>
          <p:cNvPr id="25" name="Content Placeholder 10"/>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endParaRPr lang="en-US" dirty="0"/>
          </a:p>
        </p:txBody>
      </p:sp>
      <p:sp>
        <p:nvSpPr>
          <p:cNvPr id="21" name="Text Placeholder 2"/>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endParaRPr lang="en-US"/>
          </a:p>
        </p:txBody>
      </p:sp>
      <p:sp>
        <p:nvSpPr>
          <p:cNvPr id="19" name="Text Placeholder 2"/>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endParaRPr lang="en-US" dirty="0"/>
          </a:p>
        </p:txBody>
      </p:sp>
      <p:sp>
        <p:nvSpPr>
          <p:cNvPr id="22" name="Content Placeholder 3"/>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endParaRPr lang="en-US"/>
          </a:p>
        </p:txBody>
      </p:sp>
      <p:sp>
        <p:nvSpPr>
          <p:cNvPr id="26" name="Content Placeholder 10"/>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endParaRPr lang="en-US" dirty="0"/>
          </a:p>
        </p:txBody>
      </p:sp>
      <p:sp>
        <p:nvSpPr>
          <p:cNvPr id="14" name="Text Placeholder 2"/>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endParaRPr lang="en-US" dirty="0"/>
          </a:p>
        </p:txBody>
      </p:sp>
      <p:sp>
        <p:nvSpPr>
          <p:cNvPr id="23" name="Text Placeholder 2"/>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endParaRPr lang="en-US" dirty="0"/>
          </a:p>
        </p:txBody>
      </p:sp>
      <p:cxnSp>
        <p:nvCxnSpPr>
          <p:cNvPr id="16" name="Straight Connector 15"/>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endParaRPr lang="en-US"/>
          </a:p>
        </p:txBody>
      </p:sp>
      <p:sp>
        <p:nvSpPr>
          <p:cNvPr id="7" name="Date Placeholder 6"/>
          <p:cNvSpPr>
            <a:spLocks noGrp="1"/>
          </p:cNvSpPr>
          <p:nvPr>
            <p:ph type="dt" sz="half" idx="10"/>
          </p:nvPr>
        </p:nvSpPr>
        <p:spPr/>
        <p:txBody>
          <a:bodyPr/>
          <a:lstStyle>
            <a:lvl1pPr>
              <a:defRPr sz="900"/>
            </a:lvl1pPr>
          </a:lstStyle>
          <a:p>
            <a:r>
              <a:rPr lang="en-US" dirty="0"/>
              <a:t>20XX</a:t>
            </a:r>
            <a:endParaRPr lang="en-US" dirty="0"/>
          </a:p>
        </p:txBody>
      </p:sp>
      <p:sp>
        <p:nvSpPr>
          <p:cNvPr id="8" name="Footer Placeholder 7"/>
          <p:cNvSpPr>
            <a:spLocks noGrp="1"/>
          </p:cNvSpPr>
          <p:nvPr>
            <p:ph type="ftr" sz="quarter" idx="11"/>
          </p:nvPr>
        </p:nvSpPr>
        <p:spPr/>
        <p:txBody>
          <a:bodyPr/>
          <a:lstStyle>
            <a:lvl1pPr>
              <a:defRPr sz="900"/>
            </a:lvl1pPr>
          </a:lstStyle>
          <a:p>
            <a:r>
              <a:rPr lang="en-US" dirty="0"/>
              <a:t>Pitch Deck</a:t>
            </a:r>
            <a:endParaRPr lang="en-US" dirty="0"/>
          </a:p>
        </p:txBody>
      </p:sp>
      <p:sp>
        <p:nvSpPr>
          <p:cNvPr id="9" name="Slide Number Placeholder 8"/>
          <p:cNvSpPr>
            <a:spLocks noGrp="1"/>
          </p:cNvSpPr>
          <p:nvPr>
            <p:ph type="sldNum" sz="quarter" idx="12"/>
          </p:nvPr>
        </p:nvSpPr>
        <p:spPr/>
        <p:txBody>
          <a:bodyPr/>
          <a:lstStyle>
            <a:lvl1pPr>
              <a:defRPr sz="900"/>
            </a:lvl1pPr>
          </a:lstStyle>
          <a:p>
            <a:fld id="{B5CEABB6-07DC-46E8-9B57-56EC44A396E5}" type="slidenum">
              <a:rPr lang="en-US" smtClean="0"/>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endParaRPr lang="en-US"/>
          </a:p>
        </p:txBody>
      </p:sp>
      <p:sp>
        <p:nvSpPr>
          <p:cNvPr id="3" name="Text Placeholder 2"/>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cxnSp>
        <p:nvCxnSpPr>
          <p:cNvPr id="23" name="Straight Connector 22"/>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p:cNvSpPr>
            <a:spLocks noGrp="1"/>
          </p:cNvSpPr>
          <p:nvPr>
            <p:ph type="dt" sz="half" idx="10"/>
          </p:nvPr>
        </p:nvSpPr>
        <p:spPr>
          <a:xfrm>
            <a:off x="838200" y="6356350"/>
            <a:ext cx="2743200" cy="365125"/>
          </a:xfrm>
        </p:spPr>
        <p:txBody>
          <a:bodyPr/>
          <a:lstStyle>
            <a:lvl1pPr>
              <a:defRPr sz="900"/>
            </a:lvl1pPr>
          </a:lstStyle>
          <a:p>
            <a:r>
              <a:rPr lang="en-US" dirty="0"/>
              <a:t>20XX</a:t>
            </a:r>
            <a:endParaRPr lang="en-US" dirty="0"/>
          </a:p>
        </p:txBody>
      </p:sp>
      <p:sp>
        <p:nvSpPr>
          <p:cNvPr id="22" name="Footer Placeholder 7"/>
          <p:cNvSpPr>
            <a:spLocks noGrp="1"/>
          </p:cNvSpPr>
          <p:nvPr>
            <p:ph type="ftr" sz="quarter" idx="11"/>
          </p:nvPr>
        </p:nvSpPr>
        <p:spPr>
          <a:xfrm>
            <a:off x="4038600" y="6356350"/>
            <a:ext cx="4114800" cy="365125"/>
          </a:xfrm>
        </p:spPr>
        <p:txBody>
          <a:bodyPr/>
          <a:lstStyle>
            <a:lvl1pPr>
              <a:defRPr sz="900"/>
            </a:lvl1pPr>
          </a:lstStyle>
          <a:p>
            <a:r>
              <a:rPr lang="en-US" dirty="0"/>
              <a:t>Pitch Deck</a:t>
            </a:r>
            <a:endParaRPr lang="en-US" dirty="0"/>
          </a:p>
        </p:txBody>
      </p:sp>
      <p:sp>
        <p:nvSpPr>
          <p:cNvPr id="24" name="Slide Number Placeholder 8"/>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endParaRPr lang="en-US"/>
          </a:p>
        </p:txBody>
      </p:sp>
      <p:sp>
        <p:nvSpPr>
          <p:cNvPr id="3" name="Subtitle 2"/>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pic>
        <p:nvPicPr>
          <p:cNvPr id="6" name="Graphic 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p:cNvSpPr>
            <a:spLocks noGrp="1"/>
          </p:cNvSpPr>
          <p:nvPr>
            <p:ph type="dt" sz="half" idx="10"/>
          </p:nvPr>
        </p:nvSpPr>
        <p:spPr>
          <a:xfrm>
            <a:off x="4267200" y="6356350"/>
            <a:ext cx="1774371" cy="365125"/>
          </a:xfrm>
        </p:spPr>
        <p:txBody>
          <a:bodyPr/>
          <a:lstStyle>
            <a:lvl1pPr>
              <a:defRPr sz="900"/>
            </a:lvl1pPr>
          </a:lstStyle>
          <a:p>
            <a:r>
              <a:rPr lang="en-US" dirty="0"/>
              <a:t>20XX</a:t>
            </a:r>
            <a:endParaRPr lang="en-US" dirty="0"/>
          </a:p>
        </p:txBody>
      </p:sp>
      <p:sp>
        <p:nvSpPr>
          <p:cNvPr id="10" name="Footer Placeholder 7"/>
          <p:cNvSpPr>
            <a:spLocks noGrp="1"/>
          </p:cNvSpPr>
          <p:nvPr>
            <p:ph type="ftr" sz="quarter" idx="11"/>
          </p:nvPr>
        </p:nvSpPr>
        <p:spPr>
          <a:xfrm>
            <a:off x="6479721" y="6356350"/>
            <a:ext cx="2661557" cy="365125"/>
          </a:xfrm>
        </p:spPr>
        <p:txBody>
          <a:bodyPr/>
          <a:lstStyle>
            <a:lvl1pPr>
              <a:defRPr sz="900"/>
            </a:lvl1pPr>
          </a:lstStyle>
          <a:p>
            <a:r>
              <a:rPr lang="en-US" dirty="0"/>
              <a:t>Pitch Deck</a:t>
            </a:r>
            <a:endParaRPr lang="en-US" dirty="0"/>
          </a:p>
        </p:txBody>
      </p:sp>
      <p:sp>
        <p:nvSpPr>
          <p:cNvPr id="11" name="Slide Number Placeholder 8"/>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4.xml"/><Relationship Id="rId3" Type="http://schemas.openxmlformats.org/officeDocument/2006/relationships/hyperlink" Target="https://doi.org/10.1109/JSTARS.2019.2933075" TargetMode="External"/><Relationship Id="rId2" Type="http://schemas.openxmlformats.org/officeDocument/2006/relationships/hyperlink" Target="https://doi.org/10.1109/ACCESS.2018.2810246" TargetMode="External"/><Relationship Id="rId1" Type="http://schemas.openxmlformats.org/officeDocument/2006/relationships/hyperlink" Target="https://doi.org/10.1109/ACCESS.2018.2800655"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4090" y="3967480"/>
            <a:ext cx="5121910" cy="1325880"/>
          </a:xfrm>
        </p:spPr>
        <p:txBody>
          <a:bodyPr>
            <a:noAutofit/>
          </a:bodyPr>
          <a:p>
            <a:r>
              <a:rPr lang="en-US" sz="4000" b="1">
                <a:latin typeface="Arial" panose="020B0604020202020204" pitchFamily="34" charset="0"/>
                <a:cs typeface="Arial" panose="020B0604020202020204" pitchFamily="34" charset="0"/>
              </a:rPr>
              <a:t>Fire and smoke </a:t>
            </a:r>
            <a:r>
              <a:rPr lang="en-US" sz="4000" b="1">
                <a:effectLst>
                  <a:reflection blurRad="6350" stA="60000" endA="900" endPos="58000" dir="5400000" sy="-100000" algn="bl" rotWithShape="0"/>
                </a:effectLst>
                <a:latin typeface="Arial" panose="020B0604020202020204" pitchFamily="34" charset="0"/>
                <a:cs typeface="Arial" panose="020B0604020202020204" pitchFamily="34" charset="0"/>
              </a:rPr>
              <a:t>detection </a:t>
            </a:r>
            <a:endParaRPr lang="en-US" sz="4000" b="1">
              <a:effectLst>
                <a:reflection blurRad="6350" stA="60000" endA="900" endPos="58000" dir="5400000" sy="-100000" algn="bl" rotWithShape="0"/>
              </a:effectLst>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Date Placeholder 3"/>
          <p:cNvSpPr>
            <a:spLocks noGrp="1"/>
          </p:cNvSpPr>
          <p:nvPr>
            <p:ph type="dt" sz="half" idx="4294967295"/>
          </p:nvPr>
        </p:nvSpPr>
        <p:spPr>
          <a:xfrm>
            <a:off x="0" y="6356350"/>
            <a:ext cx="984885" cy="365125"/>
          </a:xfrm>
        </p:spPr>
        <p:txBody>
          <a:bodyPr/>
          <a:p>
            <a:r>
              <a:rPr lang="en-US" dirty="0"/>
              <a:t>20XX</a:t>
            </a:r>
            <a:endParaRPr lang="en-US" dirty="0"/>
          </a:p>
        </p:txBody>
      </p:sp>
      <p:sp>
        <p:nvSpPr>
          <p:cNvPr id="5" name="Footer Placeholder 4"/>
          <p:cNvSpPr>
            <a:spLocks noGrp="1"/>
          </p:cNvSpPr>
          <p:nvPr>
            <p:ph type="ftr" sz="quarter" idx="4294967295"/>
          </p:nvPr>
        </p:nvSpPr>
        <p:spPr>
          <a:xfrm>
            <a:off x="0" y="6356350"/>
            <a:ext cx="2482850" cy="365125"/>
          </a:xfrm>
        </p:spPr>
        <p:txBody>
          <a:bodyPr/>
          <a:p>
            <a:r>
              <a:rPr lang="en-US" dirty="0"/>
              <a:t>Pitch Deck</a:t>
            </a:r>
            <a:endParaRPr lang="en-US" dirty="0"/>
          </a:p>
        </p:txBody>
      </p:sp>
      <p:sp>
        <p:nvSpPr>
          <p:cNvPr id="6" name="Slide Number Placeholder 5"/>
          <p:cNvSpPr>
            <a:spLocks noGrp="1"/>
          </p:cNvSpPr>
          <p:nvPr>
            <p:ph type="sldNum" sz="quarter" idx="4294967295"/>
          </p:nvPr>
        </p:nvSpPr>
        <p:spPr>
          <a:xfrm>
            <a:off x="0" y="6356350"/>
            <a:ext cx="987425" cy="365125"/>
          </a:xfrm>
        </p:spPr>
        <p:txBody>
          <a:bodyPr/>
          <a:p>
            <a:fld id="{B5CEABB6-07DC-46E8-9B57-56EC44A396E5}" type="slidenum">
              <a:rPr lang="en-US" smtClean="0"/>
            </a:fld>
            <a:endParaRPr lang="en-US" dirty="0"/>
          </a:p>
        </p:txBody>
      </p:sp>
      <p:sp>
        <p:nvSpPr>
          <p:cNvPr id="9" name="Title 1"/>
          <p:cNvSpPr txBox="1"/>
          <p:nvPr/>
        </p:nvSpPr>
        <p:spPr>
          <a:xfrm>
            <a:off x="976937" y="299020"/>
            <a:ext cx="4941771" cy="1122202"/>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600" kern="1200" cap="all" spc="150" baseline="0">
                <a:solidFill>
                  <a:schemeClr val="tx1">
                    <a:lumMod val="75000"/>
                    <a:lumOff val="25000"/>
                  </a:schemeClr>
                </a:solidFill>
                <a:latin typeface="+mj-lt"/>
                <a:ea typeface="+mj-ea"/>
                <a:cs typeface="+mj-cs"/>
              </a:defRPr>
            </a:lvl1pPr>
          </a:lstStyle>
          <a:p>
            <a:r>
              <a:rPr lang="en-IN" sz="4000" b="1" dirty="0">
                <a:latin typeface="Arial" panose="020B0604020202020204" pitchFamily="34" charset="0"/>
                <a:cs typeface="Arial" panose="020B0604020202020204" pitchFamily="34" charset="0"/>
              </a:rPr>
              <a:t>Introduction</a:t>
            </a:r>
            <a:endParaRPr lang="en-IN" b="1" dirty="0">
              <a:latin typeface="Arial" panose="020B0604020202020204" pitchFamily="34" charset="0"/>
              <a:cs typeface="Arial" panose="020B0604020202020204" pitchFamily="34" charset="0"/>
            </a:endParaRPr>
          </a:p>
        </p:txBody>
      </p:sp>
      <p:sp>
        <p:nvSpPr>
          <p:cNvPr id="13" name="Subtitle 2"/>
          <p:cNvSpPr txBox="1"/>
          <p:nvPr/>
        </p:nvSpPr>
        <p:spPr>
          <a:xfrm>
            <a:off x="840828" y="1807776"/>
            <a:ext cx="10342179" cy="3615558"/>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600" kern="1200">
                <a:solidFill>
                  <a:schemeClr val="tx1">
                    <a:lumMod val="75000"/>
                    <a:lumOff val="2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just">
              <a:buFont typeface="Arial" panose="020B0604020202020204" pitchFamily="34" charset="0"/>
              <a:buChar char="•"/>
            </a:pPr>
            <a:r>
              <a:rPr lang="en-US" sz="2200" dirty="0">
                <a:latin typeface="Arial" panose="020B0604020202020204" pitchFamily="34" charset="0"/>
                <a:cs typeface="Arial" panose="020B0604020202020204" pitchFamily="34" charset="0"/>
              </a:rPr>
              <a:t>Fire and smoke detection using Machine Learning (ML) offers a faster and smarter approach to fire safety, enhancing traditional detection methods. </a:t>
            </a:r>
            <a:endParaRPr lang="en-US" sz="2200"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US" sz="2200" dirty="0">
                <a:latin typeface="Arial" panose="020B0604020202020204" pitchFamily="34" charset="0"/>
                <a:cs typeface="Arial" panose="020B0604020202020204" pitchFamily="34" charset="0"/>
              </a:rPr>
              <a:t>By analyzing data from images, videos, ML can accurately detect smoke and flames in real-time. Leveraging powerful algorithms like Convolutional Neural Networks (CNNs), it recognizes fire and smoke patterns with high precision. These models continuously learn and adapt, improving their accuracy and reducing false alarms over time. Overall, ML provides a more reliable and efficient way to detect fire hazards, ensuring quicker alerts and better safety.</a:t>
            </a:r>
            <a:endParaRPr lang="en-US" sz="2200"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lang="en-US" altLang="en-US" sz="2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22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p:cNvSpPr>
            <a:spLocks noGrp="1"/>
          </p:cNvSpPr>
          <p:nvPr>
            <p:ph idx="1"/>
          </p:nvPr>
        </p:nvSpPr>
        <p:spPr>
          <a:xfrm>
            <a:off x="1429407" y="1494770"/>
            <a:ext cx="9532883" cy="4559188"/>
          </a:xfrm>
        </p:spPr>
        <p:txBody>
          <a:bodyPr>
            <a:normAutofit fontScale="77500" lnSpcReduction="20000"/>
          </a:bodyPr>
          <a:lstStyle/>
          <a:p>
            <a:r>
              <a:rPr lang="en-US" sz="4100" b="0" i="0" dirty="0">
                <a:solidFill>
                  <a:srgbClr val="000000"/>
                </a:solidFill>
                <a:effectLst/>
                <a:latin typeface="Arial" panose="020B0604020202020204" pitchFamily="34" charset="0"/>
                <a:cs typeface="Arial" panose="020B0604020202020204" pitchFamily="34" charset="0"/>
              </a:rPr>
              <a:t>Primary Objective:</a:t>
            </a:r>
            <a:endParaRPr lang="en-US" sz="4100" b="0" i="0" dirty="0">
              <a:solidFill>
                <a:srgbClr val="000000"/>
              </a:solidFill>
              <a:effectLst/>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800" b="0" i="0" dirty="0">
                <a:solidFill>
                  <a:schemeClr val="tx1"/>
                </a:solidFill>
                <a:effectLst/>
                <a:latin typeface="Arial" panose="020B0604020202020204" pitchFamily="34" charset="0"/>
                <a:cs typeface="Arial" panose="020B0604020202020204" pitchFamily="34" charset="0"/>
              </a:rPr>
              <a:t>Developing an efficient, real-time smoke and fire detection using a laptop camera</a:t>
            </a:r>
            <a:r>
              <a:rPr lang="en-US" sz="2600" b="0" i="0" dirty="0">
                <a:solidFill>
                  <a:schemeClr val="tx1"/>
                </a:solidFill>
                <a:effectLst/>
                <a:latin typeface="Arial" panose="020B0604020202020204" pitchFamily="34" charset="0"/>
                <a:cs typeface="Arial" panose="020B0604020202020204" pitchFamily="34" charset="0"/>
              </a:rPr>
              <a:t>.</a:t>
            </a:r>
            <a:endParaRPr lang="en-US" sz="2600" b="0" i="0" dirty="0">
              <a:solidFill>
                <a:schemeClr val="tx1"/>
              </a:solidFill>
              <a:effectLst/>
              <a:latin typeface="Arial" panose="020B0604020202020204" pitchFamily="34" charset="0"/>
              <a:cs typeface="Arial" panose="020B0604020202020204" pitchFamily="34" charset="0"/>
            </a:endParaRPr>
          </a:p>
          <a:p>
            <a:endParaRPr lang="en-US" sz="2200" b="0" i="0" dirty="0">
              <a:solidFill>
                <a:schemeClr val="tx1"/>
              </a:solidFill>
              <a:effectLst/>
              <a:latin typeface="Arial" panose="020B0604020202020204" pitchFamily="34" charset="0"/>
              <a:cs typeface="Arial" panose="020B0604020202020204" pitchFamily="34" charset="0"/>
            </a:endParaRPr>
          </a:p>
          <a:p>
            <a:r>
              <a:rPr lang="en-US" sz="4100" b="0" i="0" dirty="0">
                <a:solidFill>
                  <a:srgbClr val="000000"/>
                </a:solidFill>
                <a:effectLst/>
                <a:latin typeface="Arial" panose="020B0604020202020204" pitchFamily="34" charset="0"/>
                <a:cs typeface="Arial" panose="020B0604020202020204" pitchFamily="34" charset="0"/>
              </a:rPr>
              <a:t>Secondary Objective:</a:t>
            </a:r>
            <a:endParaRPr lang="en-US" sz="4100" b="0" i="0" dirty="0">
              <a:solidFill>
                <a:srgbClr val="000000"/>
              </a:solidFill>
              <a:effectLst/>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800" b="0" i="0" dirty="0">
                <a:solidFill>
                  <a:schemeClr val="tx1"/>
                </a:solidFill>
                <a:effectLst/>
                <a:latin typeface="Arial" panose="020B0604020202020204" pitchFamily="34" charset="0"/>
                <a:cs typeface="Arial" panose="020B0604020202020204" pitchFamily="34" charset="0"/>
              </a:rPr>
              <a:t>It reduces false positives and false negatives.</a:t>
            </a:r>
            <a:endParaRPr lang="en-US" sz="2800" b="0" i="0" dirty="0">
              <a:solidFill>
                <a:schemeClr val="tx1"/>
              </a:solidFill>
              <a:effectLst/>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800" b="0" i="0" dirty="0">
                <a:solidFill>
                  <a:schemeClr val="tx1"/>
                </a:solidFill>
                <a:effectLst/>
                <a:latin typeface="Arial" panose="020B0604020202020204" pitchFamily="34" charset="0"/>
                <a:cs typeface="Arial" panose="020B0604020202020204" pitchFamily="34" charset="0"/>
              </a:rPr>
              <a:t>It ensures that the model performs well across different environments.</a:t>
            </a:r>
            <a:endParaRPr lang="en-US" sz="2800" b="0" i="0" dirty="0">
              <a:solidFill>
                <a:schemeClr val="tx1"/>
              </a:solidFill>
              <a:effectLst/>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800" b="0" i="0" dirty="0">
                <a:solidFill>
                  <a:schemeClr val="tx1"/>
                </a:solidFill>
                <a:effectLst/>
                <a:latin typeface="Arial" panose="020B0604020202020204" pitchFamily="34" charset="0"/>
                <a:cs typeface="Arial" panose="020B0604020202020204" pitchFamily="34" charset="0"/>
              </a:rPr>
              <a:t>It integrates an automated alert generation upon successful detection.</a:t>
            </a:r>
            <a:endParaRPr lang="en-US" sz="2800" b="0" i="0" dirty="0">
              <a:solidFill>
                <a:schemeClr val="tx1"/>
              </a:solidFill>
              <a:effectLst/>
              <a:latin typeface="Arial" panose="020B0604020202020204" pitchFamily="34" charset="0"/>
              <a:cs typeface="Arial" panose="020B0604020202020204" pitchFamily="34" charset="0"/>
            </a:endParaRPr>
          </a:p>
          <a:p>
            <a:endParaRPr lang="en-US" sz="2800" b="0" i="0" dirty="0">
              <a:solidFill>
                <a:schemeClr val="tx1"/>
              </a:solidFill>
              <a:effectLst/>
              <a:latin typeface="Arial" panose="020B0604020202020204" pitchFamily="34" charset="0"/>
              <a:cs typeface="Arial" panose="020B0604020202020204" pitchFamily="34" charset="0"/>
            </a:endParaRPr>
          </a:p>
          <a:p>
            <a:pPr marL="457200" indent="-457200">
              <a:buFont typeface="Courier New" panose="02070309020205020404" pitchFamily="49" charset="0"/>
              <a:buChar char="o"/>
            </a:pPr>
            <a:endParaRPr lang="en-US" sz="2200" b="0" i="0" dirty="0">
              <a:solidFill>
                <a:srgbClr val="000000"/>
              </a:solidFill>
              <a:effectLst/>
              <a:latin typeface="Arial" panose="020B0604020202020204" pitchFamily="34" charset="0"/>
              <a:cs typeface="Arial" panose="020B0604020202020204" pitchFamily="34" charset="0"/>
            </a:endParaRPr>
          </a:p>
        </p:txBody>
      </p:sp>
      <p:sp>
        <p:nvSpPr>
          <p:cNvPr id="14" name="Title 1"/>
          <p:cNvSpPr txBox="1"/>
          <p:nvPr/>
        </p:nvSpPr>
        <p:spPr>
          <a:xfrm>
            <a:off x="976937" y="299020"/>
            <a:ext cx="4941771" cy="1122202"/>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600" kern="1200" cap="all" spc="150" baseline="0">
                <a:solidFill>
                  <a:schemeClr val="tx1">
                    <a:lumMod val="75000"/>
                    <a:lumOff val="25000"/>
                  </a:schemeClr>
                </a:solidFill>
                <a:latin typeface="+mj-lt"/>
                <a:ea typeface="+mj-ea"/>
                <a:cs typeface="+mj-cs"/>
              </a:defRPr>
            </a:lvl1pPr>
          </a:lstStyle>
          <a:p>
            <a:r>
              <a:rPr lang="en-IN" sz="4000" b="1" dirty="0">
                <a:latin typeface="Arial" panose="020B0604020202020204" pitchFamily="34" charset="0"/>
                <a:cs typeface="Arial" panose="020B0604020202020204" pitchFamily="34" charset="0"/>
              </a:rPr>
              <a:t>objective</a:t>
            </a:r>
            <a:endParaRPr lang="en-IN" b="1"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a:xfrm>
            <a:off x="379546" y="1523178"/>
            <a:ext cx="2290084" cy="514350"/>
          </a:xfrm>
        </p:spPr>
        <p:txBody>
          <a:bodyPr vert="horz" lIns="91440" tIns="45720" rIns="91440" bIns="45720" rtlCol="0" anchor="ctr">
            <a:noAutofit/>
          </a:bodyPr>
          <a:lstStyle/>
          <a:p>
            <a:pPr algn="ctr"/>
            <a:r>
              <a:rPr lang="en-US" sz="2200" dirty="0">
                <a:latin typeface="Arial" panose="020B0604020202020204" pitchFamily="34" charset="0"/>
                <a:cs typeface="Arial" panose="020B0604020202020204" pitchFamily="34" charset="0"/>
              </a:rPr>
              <a:t>Data collection</a:t>
            </a:r>
            <a:endParaRPr lang="en-US" sz="2200" dirty="0">
              <a:latin typeface="Arial" panose="020B0604020202020204" pitchFamily="34" charset="0"/>
              <a:cs typeface="Arial" panose="020B0604020202020204" pitchFamily="34" charset="0"/>
            </a:endParaRPr>
          </a:p>
        </p:txBody>
      </p:sp>
      <p:sp>
        <p:nvSpPr>
          <p:cNvPr id="5" name="Text Placeholder 4"/>
          <p:cNvSpPr>
            <a:spLocks noGrp="1"/>
          </p:cNvSpPr>
          <p:nvPr>
            <p:ph type="body" sz="quarter" idx="15"/>
          </p:nvPr>
        </p:nvSpPr>
        <p:spPr>
          <a:xfrm>
            <a:off x="1374224" y="3791438"/>
            <a:ext cx="2861441" cy="514350"/>
          </a:xfrm>
        </p:spPr>
        <p:txBody>
          <a:bodyPr/>
          <a:lstStyle/>
          <a:p>
            <a:pPr algn="ctr"/>
            <a:r>
              <a:rPr lang="en-US" sz="2200" dirty="0">
                <a:latin typeface="Arial" panose="020B0604020202020204" pitchFamily="34" charset="0"/>
                <a:cs typeface="Arial" panose="020B0604020202020204" pitchFamily="34" charset="0"/>
              </a:rPr>
              <a:t>Model architecture</a:t>
            </a:r>
            <a:endParaRPr lang="en-US" sz="2200" dirty="0">
              <a:latin typeface="Arial" panose="020B0604020202020204" pitchFamily="34" charset="0"/>
              <a:cs typeface="Arial" panose="020B0604020202020204" pitchFamily="34" charset="0"/>
            </a:endParaRPr>
          </a:p>
        </p:txBody>
      </p:sp>
      <p:sp>
        <p:nvSpPr>
          <p:cNvPr id="6" name="Text Placeholder 5"/>
          <p:cNvSpPr>
            <a:spLocks noGrp="1"/>
          </p:cNvSpPr>
          <p:nvPr>
            <p:ph type="body" sz="quarter" idx="16"/>
          </p:nvPr>
        </p:nvSpPr>
        <p:spPr>
          <a:xfrm>
            <a:off x="2356941" y="4804704"/>
            <a:ext cx="2141764" cy="514350"/>
          </a:xfrm>
        </p:spPr>
        <p:txBody>
          <a:bodyPr/>
          <a:lstStyle/>
          <a:p>
            <a:pPr algn="ctr"/>
            <a:r>
              <a:rPr lang="en-US" sz="2200" dirty="0">
                <a:latin typeface="Arial" panose="020B0604020202020204" pitchFamily="34" charset="0"/>
                <a:cs typeface="Arial" panose="020B0604020202020204" pitchFamily="34" charset="0"/>
              </a:rPr>
              <a:t>Training and validation</a:t>
            </a:r>
            <a:endParaRPr lang="en-US" sz="2200" dirty="0">
              <a:latin typeface="Arial" panose="020B0604020202020204" pitchFamily="34" charset="0"/>
              <a:cs typeface="Arial" panose="020B0604020202020204" pitchFamily="34" charset="0"/>
            </a:endParaRPr>
          </a:p>
        </p:txBody>
      </p:sp>
      <p:sp>
        <p:nvSpPr>
          <p:cNvPr id="7" name="Text Placeholder 6"/>
          <p:cNvSpPr>
            <a:spLocks noGrp="1"/>
          </p:cNvSpPr>
          <p:nvPr>
            <p:ph type="body" sz="quarter" idx="17"/>
          </p:nvPr>
        </p:nvSpPr>
        <p:spPr>
          <a:xfrm>
            <a:off x="4275413" y="1594478"/>
            <a:ext cx="6952264" cy="1010842"/>
          </a:xfrm>
        </p:spPr>
        <p:txBody>
          <a:bodyPr>
            <a:noAutofit/>
          </a:bodyPr>
          <a:lstStyle/>
          <a:p>
            <a:r>
              <a:rPr lang="en-US" sz="2200" dirty="0">
                <a:latin typeface="Arial" panose="020B0604020202020204" pitchFamily="34" charset="0"/>
                <a:cs typeface="Arial" panose="020B0604020202020204" pitchFamily="34" charset="0"/>
              </a:rPr>
              <a:t>Datasets include images of fire, smoke, and no fire collected from various sources.</a:t>
            </a:r>
            <a:endParaRPr lang="en-US" sz="2200" dirty="0">
              <a:latin typeface="Arial" panose="020B0604020202020204" pitchFamily="34" charset="0"/>
              <a:cs typeface="Arial" panose="020B0604020202020204" pitchFamily="34" charset="0"/>
            </a:endParaRPr>
          </a:p>
        </p:txBody>
      </p:sp>
      <p:sp>
        <p:nvSpPr>
          <p:cNvPr id="11" name="Date Placeholder 10"/>
          <p:cNvSpPr>
            <a:spLocks noGrp="1"/>
          </p:cNvSpPr>
          <p:nvPr>
            <p:ph type="dt" sz="half" idx="10"/>
          </p:nvPr>
        </p:nvSpPr>
        <p:spPr>
          <a:xfrm>
            <a:off x="838200" y="6356350"/>
            <a:ext cx="2743200" cy="365125"/>
          </a:xfrm>
        </p:spPr>
        <p:txBody>
          <a:bodyPr/>
          <a:lstStyle/>
          <a:p>
            <a:r>
              <a:rPr lang="en-US" dirty="0">
                <a:latin typeface="Arial" panose="020B0604020202020204" pitchFamily="34" charset="0"/>
                <a:cs typeface="Arial" panose="020B0604020202020204" pitchFamily="34" charset="0"/>
              </a:rPr>
              <a:t>20XX</a:t>
            </a:r>
            <a:endParaRPr lang="en-US" dirty="0">
              <a:latin typeface="Arial" panose="020B0604020202020204" pitchFamily="34" charset="0"/>
              <a:cs typeface="Arial" panose="020B0604020202020204" pitchFamily="34" charset="0"/>
            </a:endParaRPr>
          </a:p>
        </p:txBody>
      </p:sp>
      <p:sp>
        <p:nvSpPr>
          <p:cNvPr id="12" name="Footer Placeholder 11"/>
          <p:cNvSpPr>
            <a:spLocks noGrp="1"/>
          </p:cNvSpPr>
          <p:nvPr>
            <p:ph type="ftr" sz="quarter" idx="11"/>
          </p:nvPr>
        </p:nvSpPr>
        <p:spPr>
          <a:xfrm>
            <a:off x="6155823" y="6356350"/>
            <a:ext cx="1808712" cy="365125"/>
          </a:xfrm>
        </p:spPr>
        <p:txBody>
          <a:bodyPr/>
          <a:lstStyle/>
          <a:p>
            <a:r>
              <a:rPr lang="en-US" dirty="0">
                <a:latin typeface="Arial" panose="020B0604020202020204" pitchFamily="34" charset="0"/>
                <a:cs typeface="Arial" panose="020B0604020202020204" pitchFamily="34" charset="0"/>
              </a:rPr>
              <a:t>Pitch Deck</a:t>
            </a:r>
            <a:endParaRPr lang="en-US" dirty="0">
              <a:latin typeface="Arial" panose="020B0604020202020204" pitchFamily="34" charset="0"/>
              <a:cs typeface="Arial" panose="020B0604020202020204" pitchFamily="34" charset="0"/>
            </a:endParaRPr>
          </a:p>
        </p:txBody>
      </p:sp>
      <p:sp>
        <p:nvSpPr>
          <p:cNvPr id="13" name="Slide Number Placeholder 12"/>
          <p:cNvSpPr>
            <a:spLocks noGrp="1"/>
          </p:cNvSpPr>
          <p:nvPr>
            <p:ph type="sldNum" sz="quarter" idx="12"/>
          </p:nvPr>
        </p:nvSpPr>
        <p:spPr>
          <a:xfrm>
            <a:off x="10810874" y="6356350"/>
            <a:ext cx="542925" cy="365125"/>
          </a:xfrm>
        </p:spPr>
        <p:txBody>
          <a:bodyPr/>
          <a:lstStyle/>
          <a:p>
            <a:fld id="{B5CEABB6-07DC-46E8-9B57-56EC44A396E5}" type="slidenum">
              <a:rPr lang="en-US" smtClean="0">
                <a:latin typeface="Arial" panose="020B0604020202020204" pitchFamily="34" charset="0"/>
                <a:cs typeface="Arial" panose="020B0604020202020204" pitchFamily="34" charset="0"/>
              </a:rPr>
            </a:fld>
            <a:endParaRPr lang="en-US" dirty="0">
              <a:latin typeface="Arial" panose="020B0604020202020204" pitchFamily="34" charset="0"/>
              <a:cs typeface="Arial" panose="020B0604020202020204" pitchFamily="34" charset="0"/>
            </a:endParaRPr>
          </a:p>
        </p:txBody>
      </p:sp>
      <p:sp>
        <p:nvSpPr>
          <p:cNvPr id="15" name="Title 14"/>
          <p:cNvSpPr>
            <a:spLocks noGrp="1"/>
          </p:cNvSpPr>
          <p:nvPr>
            <p:ph type="title"/>
          </p:nvPr>
        </p:nvSpPr>
        <p:spPr>
          <a:xfrm>
            <a:off x="672005" y="634502"/>
            <a:ext cx="5087664" cy="585788"/>
          </a:xfrm>
        </p:spPr>
        <p:txBody>
          <a:bodyPr>
            <a:normAutofit fontScale="90000"/>
          </a:bodyPr>
          <a:lstStyle/>
          <a:p>
            <a:r>
              <a:rPr lang="en-IN" sz="4400" b="1" dirty="0">
                <a:latin typeface="Arial" panose="020B0604020202020204" pitchFamily="34" charset="0"/>
                <a:cs typeface="Arial" panose="020B0604020202020204" pitchFamily="34" charset="0"/>
              </a:rPr>
              <a:t>Methodology</a:t>
            </a:r>
            <a:br>
              <a:rPr lang="en-IN" b="1" dirty="0">
                <a:latin typeface="Arial" panose="020B0604020202020204" pitchFamily="34" charset="0"/>
                <a:cs typeface="Arial" panose="020B0604020202020204" pitchFamily="34" charset="0"/>
              </a:rPr>
            </a:br>
            <a:endParaRPr lang="en-IN" dirty="0">
              <a:latin typeface="Arial" panose="020B0604020202020204" pitchFamily="34" charset="0"/>
              <a:cs typeface="Arial" panose="020B0604020202020204" pitchFamily="34" charset="0"/>
            </a:endParaRPr>
          </a:p>
        </p:txBody>
      </p:sp>
      <p:sp>
        <p:nvSpPr>
          <p:cNvPr id="21" name="Text Placeholder 20"/>
          <p:cNvSpPr>
            <a:spLocks noGrp="1"/>
          </p:cNvSpPr>
          <p:nvPr>
            <p:ph type="body" sz="quarter" idx="14"/>
          </p:nvPr>
        </p:nvSpPr>
        <p:spPr>
          <a:xfrm>
            <a:off x="829989" y="2862258"/>
            <a:ext cx="2290084" cy="514350"/>
          </a:xfrm>
        </p:spPr>
        <p:txBody>
          <a:bodyPr/>
          <a:lstStyle/>
          <a:p>
            <a:pPr algn="ctr"/>
            <a:r>
              <a:rPr lang="en-US" sz="2200" dirty="0">
                <a:latin typeface="Arial" panose="020B0604020202020204" pitchFamily="34" charset="0"/>
                <a:cs typeface="Arial" panose="020B0604020202020204" pitchFamily="34" charset="0"/>
              </a:rPr>
              <a:t>Preprocessing</a:t>
            </a:r>
            <a:endParaRPr lang="en-US" sz="2200" dirty="0">
              <a:latin typeface="Arial" panose="020B0604020202020204" pitchFamily="34" charset="0"/>
              <a:cs typeface="Arial" panose="020B0604020202020204" pitchFamily="34" charset="0"/>
            </a:endParaRPr>
          </a:p>
          <a:p>
            <a:pPr algn="ctr"/>
            <a:endParaRPr lang="en-IN" sz="2200" dirty="0">
              <a:latin typeface="Arial" panose="020B0604020202020204" pitchFamily="34" charset="0"/>
              <a:cs typeface="Arial" panose="020B0604020202020204" pitchFamily="34" charset="0"/>
            </a:endParaRPr>
          </a:p>
        </p:txBody>
      </p:sp>
      <p:sp>
        <p:nvSpPr>
          <p:cNvPr id="23" name="Text Placeholder 6"/>
          <p:cNvSpPr txBox="1"/>
          <p:nvPr/>
        </p:nvSpPr>
        <p:spPr>
          <a:xfrm>
            <a:off x="4711589" y="2493111"/>
            <a:ext cx="6952264" cy="1010842"/>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dirty="0">
                <a:latin typeface="Arial" panose="020B0604020202020204" pitchFamily="34" charset="0"/>
                <a:cs typeface="Arial" panose="020B0604020202020204" pitchFamily="34" charset="0"/>
              </a:rPr>
              <a:t>Clean and normalize data to remove noise and irrelevant features.</a:t>
            </a:r>
            <a:endParaRPr lang="en-US" sz="2200" dirty="0">
              <a:latin typeface="Arial" panose="020B0604020202020204" pitchFamily="34" charset="0"/>
              <a:cs typeface="Arial" panose="020B0604020202020204" pitchFamily="34" charset="0"/>
            </a:endParaRPr>
          </a:p>
        </p:txBody>
      </p:sp>
      <p:sp>
        <p:nvSpPr>
          <p:cNvPr id="26" name="Text Placeholder 6"/>
          <p:cNvSpPr txBox="1"/>
          <p:nvPr/>
        </p:nvSpPr>
        <p:spPr>
          <a:xfrm>
            <a:off x="5326441" y="3591440"/>
            <a:ext cx="5901236" cy="1010842"/>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dirty="0">
                <a:latin typeface="Arial" panose="020B0604020202020204" pitchFamily="34" charset="0"/>
                <a:cs typeface="Arial" panose="020B0604020202020204" pitchFamily="34" charset="0"/>
              </a:rPr>
              <a:t>A CNN with multiple convolutional layers, followed by max-pooling layers.</a:t>
            </a:r>
            <a:endParaRPr lang="en-US" sz="2200" dirty="0">
              <a:latin typeface="Arial" panose="020B0604020202020204" pitchFamily="34" charset="0"/>
              <a:cs typeface="Arial" panose="020B0604020202020204" pitchFamily="34" charset="0"/>
            </a:endParaRPr>
          </a:p>
        </p:txBody>
      </p:sp>
      <p:sp>
        <p:nvSpPr>
          <p:cNvPr id="29" name="Text Placeholder 6"/>
          <p:cNvSpPr txBox="1"/>
          <p:nvPr/>
        </p:nvSpPr>
        <p:spPr>
          <a:xfrm>
            <a:off x="6014866" y="4626705"/>
            <a:ext cx="5819782" cy="1010842"/>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dirty="0">
                <a:latin typeface="Arial" panose="020B0604020202020204" pitchFamily="34" charset="0"/>
                <a:cs typeface="Arial" panose="020B0604020202020204" pitchFamily="34" charset="0"/>
              </a:rPr>
              <a:t>Training was conducted with a specific batch size and number of epochs to achieve optimal performance.</a:t>
            </a:r>
            <a:endParaRPr lang="en-US" sz="2200"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a:xfrm>
            <a:off x="1303698" y="1193720"/>
            <a:ext cx="4031945" cy="711501"/>
          </a:xfrm>
        </p:spPr>
        <p:txBody>
          <a:bodyPr vert="horz" lIns="91440" tIns="45720" rIns="91440" bIns="45720" rtlCol="0" anchor="t">
            <a:noAutofit/>
          </a:bodyPr>
          <a:lstStyle/>
          <a:p>
            <a:r>
              <a:rPr lang="en-US" sz="3200" b="1" dirty="0">
                <a:latin typeface="Arial" panose="020B0604020202020204" pitchFamily="34" charset="0"/>
                <a:cs typeface="Arial" panose="020B0604020202020204" pitchFamily="34" charset="0"/>
              </a:rPr>
              <a:t>Data Collection</a:t>
            </a:r>
            <a:endParaRPr lang="en-US" sz="3200" b="1" dirty="0">
              <a:latin typeface="Arial" panose="020B0604020202020204" pitchFamily="34" charset="0"/>
              <a:cs typeface="Arial" panose="020B0604020202020204" pitchFamily="34" charset="0"/>
            </a:endParaRPr>
          </a:p>
        </p:txBody>
      </p:sp>
      <p:sp>
        <p:nvSpPr>
          <p:cNvPr id="4" name="Text Placeholder 3"/>
          <p:cNvSpPr>
            <a:spLocks noGrp="1"/>
          </p:cNvSpPr>
          <p:nvPr>
            <p:ph type="body" sz="quarter" idx="15"/>
          </p:nvPr>
        </p:nvSpPr>
        <p:spPr>
          <a:xfrm>
            <a:off x="1703445" y="1761081"/>
            <a:ext cx="4031030" cy="4131763"/>
          </a:xfrm>
        </p:spPr>
        <p:txBody>
          <a:bodyPr>
            <a:noAutofit/>
          </a:bodyPr>
          <a:lstStyle/>
          <a:p>
            <a:pPr marL="342900" indent="-342900" algn="l">
              <a:buFont typeface="Arial" panose="020B0604020202020204" pitchFamily="34" charset="0"/>
              <a:buChar char="•"/>
            </a:pPr>
            <a:r>
              <a:rPr lang="en-US" sz="2200" dirty="0">
                <a:latin typeface="Arial" panose="020B0604020202020204" pitchFamily="34" charset="0"/>
                <a:cs typeface="Arial" panose="020B0604020202020204" pitchFamily="34" charset="0"/>
              </a:rPr>
              <a:t>Datasets include images of fire, smoke, and no fire collected from various sources.</a:t>
            </a:r>
            <a:endParaRPr lang="en-US" sz="2200" dirty="0">
              <a:latin typeface="Arial" panose="020B0604020202020204" pitchFamily="34" charset="0"/>
              <a:cs typeface="Arial" panose="020B0604020202020204" pitchFamily="34" charset="0"/>
            </a:endParaRPr>
          </a:p>
          <a:p>
            <a:pPr marL="342900" indent="-342900" algn="l">
              <a:buFont typeface="Arial" panose="020B0604020202020204" pitchFamily="34" charset="0"/>
              <a:buChar char="•"/>
            </a:pPr>
            <a:r>
              <a:rPr lang="en-US" sz="2200" dirty="0">
                <a:latin typeface="Arial" panose="020B0604020202020204" pitchFamily="34" charset="0"/>
                <a:cs typeface="Arial" panose="020B0604020202020204" pitchFamily="34" charset="0"/>
              </a:rPr>
              <a:t>Images are labeled into three classes: fire, smoke, and no fire.</a:t>
            </a:r>
            <a:endParaRPr lang="en-US" sz="2200" dirty="0">
              <a:latin typeface="Arial" panose="020B0604020202020204" pitchFamily="34" charset="0"/>
              <a:cs typeface="Arial" panose="020B0604020202020204" pitchFamily="34" charset="0"/>
            </a:endParaRPr>
          </a:p>
          <a:p>
            <a:pPr marL="342900" indent="-342900" algn="l">
              <a:buFont typeface="Arial" panose="020B0604020202020204" pitchFamily="34" charset="0"/>
              <a:buChar char="•"/>
            </a:pPr>
            <a:r>
              <a:rPr lang="en-US" sz="2200" dirty="0">
                <a:latin typeface="Arial" panose="020B0604020202020204" pitchFamily="34" charset="0"/>
                <a:cs typeface="Arial" panose="020B0604020202020204" pitchFamily="34" charset="0"/>
              </a:rPr>
              <a:t>Some data collected from satellite imagery to enhance detection in outdoor environments</a:t>
            </a:r>
            <a:endParaRPr lang="en-US" sz="2200" dirty="0">
              <a:latin typeface="Arial" panose="020B0604020202020204" pitchFamily="34" charset="0"/>
              <a:cs typeface="Arial" panose="020B0604020202020204" pitchFamily="34" charset="0"/>
            </a:endParaRPr>
          </a:p>
          <a:p>
            <a:pPr marL="342900" indent="-342900" algn="l">
              <a:buFont typeface="Arial" panose="020B0604020202020204" pitchFamily="34" charset="0"/>
              <a:buChar char="•"/>
            </a:pPr>
            <a:endParaRPr lang="en-US" sz="2200" dirty="0">
              <a:latin typeface="Arial" panose="020B0604020202020204" pitchFamily="34" charset="0"/>
              <a:cs typeface="Arial" panose="020B0604020202020204" pitchFamily="34" charset="0"/>
            </a:endParaRPr>
          </a:p>
          <a:p>
            <a:endParaRPr lang="en-US" sz="2200" dirty="0">
              <a:latin typeface="Arial" panose="020B0604020202020204" pitchFamily="34" charset="0"/>
              <a:cs typeface="Arial" panose="020B0604020202020204" pitchFamily="34" charset="0"/>
            </a:endParaRPr>
          </a:p>
        </p:txBody>
      </p:sp>
      <p:sp>
        <p:nvSpPr>
          <p:cNvPr id="5" name="Text Placeholder 4"/>
          <p:cNvSpPr>
            <a:spLocks noGrp="1"/>
          </p:cNvSpPr>
          <p:nvPr>
            <p:ph type="body" sz="quarter" idx="16"/>
          </p:nvPr>
        </p:nvSpPr>
        <p:spPr>
          <a:xfrm>
            <a:off x="6289112" y="1168842"/>
            <a:ext cx="4031945" cy="591844"/>
          </a:xfrm>
        </p:spPr>
        <p:txBody>
          <a:bodyPr>
            <a:noAutofit/>
          </a:bodyPr>
          <a:lstStyle/>
          <a:p>
            <a:r>
              <a:rPr lang="en-US" sz="3200" b="1" dirty="0">
                <a:latin typeface="Arial" panose="020B0604020202020204" pitchFamily="34" charset="0"/>
                <a:cs typeface="Arial" panose="020B0604020202020204" pitchFamily="34" charset="0"/>
              </a:rPr>
              <a:t>Preprocessing</a:t>
            </a:r>
            <a:endParaRPr lang="en-US" sz="3200" b="1" dirty="0">
              <a:latin typeface="Arial" panose="020B0604020202020204" pitchFamily="34" charset="0"/>
              <a:cs typeface="Arial" panose="020B0604020202020204" pitchFamily="34" charset="0"/>
            </a:endParaRPr>
          </a:p>
        </p:txBody>
      </p:sp>
      <p:sp>
        <p:nvSpPr>
          <p:cNvPr id="80" name="Date Placeholder 79"/>
          <p:cNvSpPr>
            <a:spLocks noGrp="1"/>
          </p:cNvSpPr>
          <p:nvPr>
            <p:ph type="dt" sz="half" idx="20"/>
          </p:nvPr>
        </p:nvSpPr>
        <p:spPr>
          <a:xfrm>
            <a:off x="838200" y="6356350"/>
            <a:ext cx="2743200" cy="365125"/>
          </a:xfrm>
        </p:spPr>
        <p:txBody>
          <a:bodyPr/>
          <a:lstStyle/>
          <a:p>
            <a:r>
              <a:rPr lang="en-US" dirty="0">
                <a:latin typeface="Arial" panose="020B0604020202020204" pitchFamily="34" charset="0"/>
                <a:cs typeface="Arial" panose="020B0604020202020204" pitchFamily="34" charset="0"/>
              </a:rPr>
              <a:t>20XX</a:t>
            </a:r>
            <a:endParaRPr lang="en-US" dirty="0">
              <a:latin typeface="Arial" panose="020B0604020202020204" pitchFamily="34" charset="0"/>
              <a:cs typeface="Arial" panose="020B0604020202020204" pitchFamily="34" charset="0"/>
            </a:endParaRPr>
          </a:p>
        </p:txBody>
      </p:sp>
      <p:sp>
        <p:nvSpPr>
          <p:cNvPr id="81" name="Footer Placeholder 80"/>
          <p:cNvSpPr>
            <a:spLocks noGrp="1"/>
          </p:cNvSpPr>
          <p:nvPr>
            <p:ph type="ftr" sz="quarter" idx="21"/>
          </p:nvPr>
        </p:nvSpPr>
        <p:spPr>
          <a:xfrm>
            <a:off x="4038600" y="6356350"/>
            <a:ext cx="4114800" cy="365125"/>
          </a:xfrm>
        </p:spPr>
        <p:txBody>
          <a:bodyPr/>
          <a:lstStyle/>
          <a:p>
            <a:r>
              <a:rPr lang="en-US" dirty="0">
                <a:latin typeface="Arial" panose="020B0604020202020204" pitchFamily="34" charset="0"/>
                <a:cs typeface="Arial" panose="020B0604020202020204" pitchFamily="34" charset="0"/>
              </a:rPr>
              <a:t>Pitch Deck</a:t>
            </a:r>
            <a:endParaRPr lang="en-US" dirty="0">
              <a:latin typeface="Arial" panose="020B0604020202020204" pitchFamily="34" charset="0"/>
              <a:cs typeface="Arial" panose="020B0604020202020204" pitchFamily="34" charset="0"/>
            </a:endParaRPr>
          </a:p>
        </p:txBody>
      </p:sp>
      <p:sp>
        <p:nvSpPr>
          <p:cNvPr id="82" name="Slide Number Placeholder 81"/>
          <p:cNvSpPr>
            <a:spLocks noGrp="1"/>
          </p:cNvSpPr>
          <p:nvPr>
            <p:ph type="sldNum" sz="quarter" idx="22"/>
          </p:nvPr>
        </p:nvSpPr>
        <p:spPr>
          <a:xfrm>
            <a:off x="8610600" y="6356350"/>
            <a:ext cx="2743200" cy="365125"/>
          </a:xfrm>
        </p:spPr>
        <p:txBody>
          <a:bodyPr/>
          <a:lstStyle/>
          <a:p>
            <a:fld id="{B5CEABB6-07DC-46E8-9B57-56EC44A396E5}" type="slidenum">
              <a:rPr lang="en-US" smtClean="0">
                <a:latin typeface="Arial" panose="020B0604020202020204" pitchFamily="34" charset="0"/>
                <a:cs typeface="Arial" panose="020B0604020202020204" pitchFamily="34" charset="0"/>
              </a:rPr>
            </a:fld>
            <a:endParaRPr lang="en-US" dirty="0">
              <a:latin typeface="Arial" panose="020B0604020202020204" pitchFamily="34" charset="0"/>
              <a:cs typeface="Arial" panose="020B0604020202020204" pitchFamily="34" charset="0"/>
            </a:endParaRPr>
          </a:p>
        </p:txBody>
      </p:sp>
      <p:sp>
        <p:nvSpPr>
          <p:cNvPr id="18" name="Text Placeholder 17"/>
          <p:cNvSpPr>
            <a:spLocks noGrp="1"/>
          </p:cNvSpPr>
          <p:nvPr>
            <p:ph type="body" sz="quarter" idx="17"/>
          </p:nvPr>
        </p:nvSpPr>
        <p:spPr>
          <a:xfrm>
            <a:off x="6766276" y="1732593"/>
            <a:ext cx="4031030" cy="2731259"/>
          </a:xfrm>
        </p:spPr>
        <p:txBody>
          <a:bodyPr>
            <a:noAutofit/>
          </a:bodyPr>
          <a:lstStyle/>
          <a:p>
            <a:pPr marL="342900" indent="-342900" algn="l">
              <a:buFont typeface="Arial" panose="020B0604020202020204" pitchFamily="34" charset="0"/>
              <a:buChar char="•"/>
            </a:pPr>
            <a:r>
              <a:rPr lang="en-US" sz="2200" dirty="0">
                <a:latin typeface="Arial" panose="020B0604020202020204" pitchFamily="34" charset="0"/>
                <a:cs typeface="Arial" panose="020B0604020202020204" pitchFamily="34" charset="0"/>
              </a:rPr>
              <a:t>Resizing images to a uniform dimension.</a:t>
            </a:r>
            <a:endParaRPr lang="en-US" sz="2200" dirty="0">
              <a:latin typeface="Arial" panose="020B0604020202020204" pitchFamily="34" charset="0"/>
              <a:cs typeface="Arial" panose="020B0604020202020204" pitchFamily="34" charset="0"/>
            </a:endParaRPr>
          </a:p>
          <a:p>
            <a:pPr marL="342900" indent="-342900" algn="l">
              <a:buFont typeface="Arial" panose="020B0604020202020204" pitchFamily="34" charset="0"/>
              <a:buChar char="•"/>
            </a:pPr>
            <a:r>
              <a:rPr lang="en-US" sz="2200" dirty="0">
                <a:latin typeface="Arial" panose="020B0604020202020204" pitchFamily="34" charset="0"/>
                <a:cs typeface="Arial" panose="020B0604020202020204" pitchFamily="34" charset="0"/>
              </a:rPr>
              <a:t>Normalizing pixel values for faster convergence.</a:t>
            </a:r>
            <a:endParaRPr lang="en-US" sz="2200" dirty="0">
              <a:latin typeface="Arial" panose="020B0604020202020204" pitchFamily="34" charset="0"/>
              <a:cs typeface="Arial" panose="020B0604020202020204" pitchFamily="34" charset="0"/>
            </a:endParaRPr>
          </a:p>
          <a:p>
            <a:pPr marL="342900" indent="-342900" algn="l">
              <a:buFont typeface="Arial" panose="020B0604020202020204" pitchFamily="34" charset="0"/>
              <a:buChar char="•"/>
            </a:pPr>
            <a:r>
              <a:rPr lang="en-US" sz="2200" dirty="0">
                <a:latin typeface="Arial" panose="020B0604020202020204" pitchFamily="34" charset="0"/>
                <a:cs typeface="Arial" panose="020B0604020202020204" pitchFamily="34" charset="0"/>
              </a:rPr>
              <a:t>Augmenting data to improve model robustness.</a:t>
            </a:r>
            <a:endParaRPr lang="en-US" sz="2200" dirty="0">
              <a:latin typeface="Arial" panose="020B0604020202020204" pitchFamily="34" charset="0"/>
              <a:cs typeface="Arial" panose="020B0604020202020204" pitchFamily="34" charset="0"/>
            </a:endParaRPr>
          </a:p>
          <a:p>
            <a:pPr marL="342900" indent="-342900" algn="l">
              <a:buFont typeface="Arial" panose="020B0604020202020204" pitchFamily="34" charset="0"/>
              <a:buChar char="•"/>
            </a:pPr>
            <a:r>
              <a:rPr lang="en-IN" sz="2200" dirty="0">
                <a:latin typeface="Arial" panose="020B0604020202020204" pitchFamily="34" charset="0"/>
                <a:cs typeface="Arial" panose="020B0604020202020204" pitchFamily="34" charset="0"/>
              </a:rPr>
              <a:t>Noise reduction applied to enhance image clarity.</a:t>
            </a:r>
            <a:endParaRPr lang="en-IN" sz="2200" dirty="0">
              <a:latin typeface="Arial" panose="020B0604020202020204" pitchFamily="34" charset="0"/>
              <a:cs typeface="Arial" panose="020B0604020202020204" pitchFamily="34" charset="0"/>
            </a:endParaRPr>
          </a:p>
          <a:p>
            <a:pPr marL="342900" indent="-342900" algn="l">
              <a:buFont typeface="Arial" panose="020B0604020202020204" pitchFamily="34" charset="0"/>
              <a:buChar char="•"/>
            </a:pPr>
            <a:endParaRPr lang="en-US" sz="2200" dirty="0">
              <a:latin typeface="Arial" panose="020B0604020202020204" pitchFamily="34" charset="0"/>
              <a:cs typeface="Arial" panose="020B0604020202020204" pitchFamily="34" charset="0"/>
            </a:endParaRPr>
          </a:p>
          <a:p>
            <a:pPr marL="342900" indent="-342900" algn="l">
              <a:buFont typeface="Arial" panose="020B0604020202020204" pitchFamily="34" charset="0"/>
              <a:buChar char="•"/>
            </a:pPr>
            <a:endParaRPr lang="en-IN" sz="2200" dirty="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Content Placeholder 2"/>
          <p:cNvSpPr>
            <a:spLocks noGrp="1"/>
          </p:cNvSpPr>
          <p:nvPr>
            <p:ph type="body" sz="quarter" idx="13"/>
          </p:nvPr>
        </p:nvSpPr>
        <p:spPr>
          <a:xfrm>
            <a:off x="1337988" y="1223565"/>
            <a:ext cx="4273770" cy="711501"/>
          </a:xfrm>
        </p:spPr>
        <p:txBody>
          <a:bodyPr vert="horz" lIns="91440" tIns="45720" rIns="91440" bIns="45720" rtlCol="0" anchor="t">
            <a:noAutofit/>
          </a:bodyPr>
          <a:lstStyle/>
          <a:p>
            <a:pPr/>
            <a:r>
              <a:rPr lang="en-IN" sz="3200" b="1" dirty="0">
                <a:latin typeface="Arial" panose="020B0604020202020204" pitchFamily="34" charset="0"/>
                <a:ea typeface="+mn-ea"/>
                <a:cs typeface="Arial" panose="020B0604020202020204" pitchFamily="34" charset="0"/>
              </a:rPr>
              <a:t>Model Architecture</a:t>
            </a:r>
            <a:endParaRPr lang="en-IN" sz="3200" b="1" dirty="0">
              <a:latin typeface="Arial" panose="020B0604020202020204" pitchFamily="34" charset="0"/>
              <a:ea typeface="+mn-ea"/>
              <a:cs typeface="Arial" panose="020B0604020202020204" pitchFamily="34" charset="0"/>
            </a:endParaRPr>
          </a:p>
        </p:txBody>
      </p:sp>
      <p:sp>
        <p:nvSpPr>
          <p:cNvPr id="33" name="Text Placeholder 3"/>
          <p:cNvSpPr>
            <a:spLocks noGrp="1"/>
          </p:cNvSpPr>
          <p:nvPr>
            <p:ph type="body" sz="quarter" idx="15"/>
          </p:nvPr>
        </p:nvSpPr>
        <p:spPr>
          <a:xfrm>
            <a:off x="1580255" y="1823311"/>
            <a:ext cx="4031030" cy="4131763"/>
          </a:xfrm>
        </p:spPr>
        <p:txBody>
          <a:bodyPr>
            <a:noAutofit/>
          </a:bodyPr>
          <a:lstStyle/>
          <a:p>
            <a:pPr marL="342900" indent="-342900">
              <a:lnSpc>
                <a:spcPct val="90000"/>
              </a:lnSpc>
              <a:buFont typeface="Arial" panose="020B0604020202020204" pitchFamily="34" charset="0"/>
              <a:buChar char="•"/>
            </a:pPr>
            <a:r>
              <a:rPr lang="en-US" sz="2200" dirty="0">
                <a:latin typeface="Arial" panose="020B0604020202020204" pitchFamily="34" charset="0"/>
                <a:cs typeface="Arial" panose="020B0604020202020204" pitchFamily="34" charset="0"/>
              </a:rPr>
              <a:t>A CNN with multiple convolutional layers, followed by max-pooling layers.</a:t>
            </a:r>
            <a:endParaRPr lang="en-US" sz="22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r>
              <a:rPr lang="en-US" sz="2200" dirty="0">
                <a:latin typeface="Arial" panose="020B0604020202020204" pitchFamily="34" charset="0"/>
                <a:cs typeface="Arial" panose="020B0604020202020204" pitchFamily="34" charset="0"/>
              </a:rPr>
              <a:t>Fully connected layers for final classification.</a:t>
            </a:r>
            <a:endParaRPr lang="en-US" sz="22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r>
              <a:rPr lang="en-US" sz="2200" dirty="0">
                <a:latin typeface="Arial" panose="020B0604020202020204" pitchFamily="34" charset="0"/>
                <a:cs typeface="Arial" panose="020B0604020202020204" pitchFamily="34" charset="0"/>
              </a:rPr>
              <a:t>Batch normalization used to stabilize and speed up training.</a:t>
            </a:r>
            <a:endParaRPr lang="en-US" sz="22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r>
              <a:rPr lang="en-US" sz="2200" dirty="0">
                <a:latin typeface="Arial" panose="020B0604020202020204" pitchFamily="34" charset="0"/>
                <a:cs typeface="Arial" panose="020B0604020202020204" pitchFamily="34" charset="0"/>
              </a:rPr>
              <a:t>Activation function: </a:t>
            </a:r>
            <a:r>
              <a:rPr lang="en-US" sz="2200" dirty="0" err="1">
                <a:latin typeface="Arial" panose="020B0604020202020204" pitchFamily="34" charset="0"/>
                <a:cs typeface="Arial" panose="020B0604020202020204" pitchFamily="34" charset="0"/>
              </a:rPr>
              <a:t>ReLU</a:t>
            </a:r>
            <a:r>
              <a:rPr lang="en-US" sz="2200" dirty="0">
                <a:latin typeface="Arial" panose="020B0604020202020204" pitchFamily="34" charset="0"/>
                <a:cs typeface="Arial" panose="020B0604020202020204" pitchFamily="34" charset="0"/>
              </a:rPr>
              <a:t> for hidden layers</a:t>
            </a:r>
            <a:endParaRPr lang="en-US" sz="2200" dirty="0">
              <a:latin typeface="Arial" panose="020B0604020202020204" pitchFamily="34" charset="0"/>
              <a:cs typeface="Arial" panose="020B0604020202020204" pitchFamily="34" charset="0"/>
            </a:endParaRPr>
          </a:p>
          <a:p>
            <a:pPr marL="342900" indent="-342900">
              <a:lnSpc>
                <a:spcPct val="90000"/>
              </a:lnSpc>
              <a:buFont typeface="Arial" panose="020B0604020202020204" pitchFamily="34" charset="0"/>
              <a:buChar char="•"/>
            </a:pPr>
            <a:endParaRPr lang="en-US" sz="2200" dirty="0">
              <a:latin typeface="Arial" panose="020B0604020202020204" pitchFamily="34" charset="0"/>
              <a:cs typeface="Arial" panose="020B0604020202020204" pitchFamily="34" charset="0"/>
            </a:endParaRPr>
          </a:p>
          <a:p>
            <a:pPr marL="342900" indent="-342900" algn="l">
              <a:buFont typeface="Arial" panose="020B0604020202020204" pitchFamily="34" charset="0"/>
              <a:buChar char="•"/>
            </a:pPr>
            <a:endParaRPr lang="en-US" sz="2200" dirty="0">
              <a:latin typeface="Arial" panose="020B0604020202020204" pitchFamily="34" charset="0"/>
              <a:cs typeface="Arial" panose="020B0604020202020204" pitchFamily="34" charset="0"/>
            </a:endParaRPr>
          </a:p>
          <a:p>
            <a:endParaRPr lang="en-US" sz="2200" dirty="0">
              <a:latin typeface="Arial" panose="020B0604020202020204" pitchFamily="34" charset="0"/>
              <a:cs typeface="Arial" panose="020B0604020202020204" pitchFamily="34" charset="0"/>
            </a:endParaRPr>
          </a:p>
        </p:txBody>
      </p:sp>
      <p:sp>
        <p:nvSpPr>
          <p:cNvPr id="34" name="Text Placeholder 4"/>
          <p:cNvSpPr txBox="1"/>
          <p:nvPr/>
        </p:nvSpPr>
        <p:spPr>
          <a:xfrm>
            <a:off x="6483985" y="1169035"/>
            <a:ext cx="5177790" cy="59182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3200" b="1" spc="150" dirty="0">
                <a:latin typeface="Arial" panose="020B0604020202020204" pitchFamily="34" charset="0"/>
                <a:cs typeface="Arial" panose="020B0604020202020204" pitchFamily="34" charset="0"/>
              </a:rPr>
              <a:t>Training and Validation</a:t>
            </a:r>
            <a:endParaRPr lang="en-IN" sz="3200" b="1" spc="150" dirty="0">
              <a:latin typeface="Arial" panose="020B0604020202020204" pitchFamily="34" charset="0"/>
              <a:cs typeface="Arial" panose="020B0604020202020204" pitchFamily="34" charset="0"/>
            </a:endParaRPr>
          </a:p>
          <a:p>
            <a:pPr marL="0" indent="0">
              <a:buNone/>
            </a:pPr>
            <a:endParaRPr lang="en-US" sz="3200" b="1" dirty="0">
              <a:latin typeface="Arial" panose="020B0604020202020204" pitchFamily="34" charset="0"/>
              <a:cs typeface="Arial" panose="020B0604020202020204" pitchFamily="34" charset="0"/>
            </a:endParaRPr>
          </a:p>
        </p:txBody>
      </p:sp>
      <p:sp>
        <p:nvSpPr>
          <p:cNvPr id="35" name="Date Placeholder 79"/>
          <p:cNvSpPr>
            <a:spLocks noGrp="1"/>
          </p:cNvSpPr>
          <p:nvPr>
            <p:ph type="dt" sz="half" idx="20"/>
          </p:nvPr>
        </p:nvSpPr>
        <p:spPr>
          <a:xfrm>
            <a:off x="838200" y="6356350"/>
            <a:ext cx="2743200" cy="365125"/>
          </a:xfrm>
        </p:spPr>
        <p:txBody>
          <a:bodyPr/>
          <a:lstStyle/>
          <a:p>
            <a:r>
              <a:rPr lang="en-US" dirty="0">
                <a:latin typeface="Arial" panose="020B0604020202020204" pitchFamily="34" charset="0"/>
                <a:cs typeface="Arial" panose="020B0604020202020204" pitchFamily="34" charset="0"/>
              </a:rPr>
              <a:t>20XX</a:t>
            </a:r>
            <a:endParaRPr lang="en-US" dirty="0">
              <a:latin typeface="Arial" panose="020B0604020202020204" pitchFamily="34" charset="0"/>
              <a:cs typeface="Arial" panose="020B0604020202020204" pitchFamily="34" charset="0"/>
            </a:endParaRPr>
          </a:p>
        </p:txBody>
      </p:sp>
      <p:sp>
        <p:nvSpPr>
          <p:cNvPr id="36" name="Footer Placeholder 80"/>
          <p:cNvSpPr>
            <a:spLocks noGrp="1"/>
          </p:cNvSpPr>
          <p:nvPr>
            <p:ph type="ftr" sz="quarter" idx="21"/>
          </p:nvPr>
        </p:nvSpPr>
        <p:spPr>
          <a:xfrm>
            <a:off x="4038600" y="6356350"/>
            <a:ext cx="4114800" cy="365125"/>
          </a:xfrm>
        </p:spPr>
        <p:txBody>
          <a:bodyPr/>
          <a:lstStyle/>
          <a:p>
            <a:r>
              <a:rPr lang="en-US" dirty="0">
                <a:latin typeface="Arial" panose="020B0604020202020204" pitchFamily="34" charset="0"/>
                <a:cs typeface="Arial" panose="020B0604020202020204" pitchFamily="34" charset="0"/>
              </a:rPr>
              <a:t>Pitch Deck</a:t>
            </a:r>
            <a:endParaRPr lang="en-US" dirty="0">
              <a:latin typeface="Arial" panose="020B0604020202020204" pitchFamily="34" charset="0"/>
              <a:cs typeface="Arial" panose="020B0604020202020204" pitchFamily="34" charset="0"/>
            </a:endParaRPr>
          </a:p>
        </p:txBody>
      </p:sp>
      <p:sp>
        <p:nvSpPr>
          <p:cNvPr id="37" name="Slide Number Placeholder 81"/>
          <p:cNvSpPr>
            <a:spLocks noGrp="1"/>
          </p:cNvSpPr>
          <p:nvPr>
            <p:ph type="sldNum" sz="quarter" idx="22"/>
          </p:nvPr>
        </p:nvSpPr>
        <p:spPr>
          <a:xfrm>
            <a:off x="8610600" y="6356350"/>
            <a:ext cx="2743200" cy="365125"/>
          </a:xfrm>
        </p:spPr>
        <p:txBody>
          <a:bodyPr/>
          <a:lstStyle/>
          <a:p>
            <a:fld id="{B5CEABB6-07DC-46E8-9B57-56EC44A396E5}" type="slidenum">
              <a:rPr lang="en-US" smtClean="0">
                <a:latin typeface="Arial" panose="020B0604020202020204" pitchFamily="34" charset="0"/>
                <a:cs typeface="Arial" panose="020B0604020202020204" pitchFamily="34" charset="0"/>
              </a:rPr>
            </a:fld>
            <a:endParaRPr lang="en-US" dirty="0">
              <a:latin typeface="Arial" panose="020B0604020202020204" pitchFamily="34" charset="0"/>
              <a:cs typeface="Arial" panose="020B0604020202020204" pitchFamily="34" charset="0"/>
            </a:endParaRPr>
          </a:p>
        </p:txBody>
      </p:sp>
      <p:sp>
        <p:nvSpPr>
          <p:cNvPr id="38" name="Text Placeholder 17"/>
          <p:cNvSpPr txBox="1"/>
          <p:nvPr/>
        </p:nvSpPr>
        <p:spPr>
          <a:xfrm>
            <a:off x="6865336" y="1698303"/>
            <a:ext cx="4488070" cy="438138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r>
              <a:rPr lang="en-US" sz="2200" dirty="0">
                <a:latin typeface="Arial" panose="020B0604020202020204" pitchFamily="34" charset="0"/>
                <a:cs typeface="Arial" panose="020B0604020202020204" pitchFamily="34" charset="0"/>
              </a:rPr>
              <a:t>Loss function: Categorical </a:t>
            </a:r>
            <a:r>
              <a:rPr lang="en-US" sz="2200" dirty="0" err="1">
                <a:latin typeface="Arial" panose="020B0604020202020204" pitchFamily="34" charset="0"/>
                <a:cs typeface="Arial" panose="020B0604020202020204" pitchFamily="34" charset="0"/>
              </a:rPr>
              <a:t>Crossentropy</a:t>
            </a:r>
            <a:r>
              <a:rPr lang="en-US" sz="2200" dirty="0">
                <a:latin typeface="Arial" panose="020B0604020202020204" pitchFamily="34" charset="0"/>
                <a:cs typeface="Arial" panose="020B0604020202020204" pitchFamily="34" charset="0"/>
              </a:rPr>
              <a:t>.</a:t>
            </a:r>
            <a:endParaRPr lang="en-US" sz="2200" dirty="0">
              <a:latin typeface="Arial" panose="020B0604020202020204" pitchFamily="34" charset="0"/>
              <a:cs typeface="Arial" panose="020B0604020202020204" pitchFamily="34" charset="0"/>
            </a:endParaRPr>
          </a:p>
          <a:p>
            <a:pPr marL="342900" indent="-342900"/>
            <a:r>
              <a:rPr lang="en-US" sz="2200" dirty="0">
                <a:latin typeface="Arial" panose="020B0604020202020204" pitchFamily="34" charset="0"/>
                <a:cs typeface="Arial" panose="020B0604020202020204" pitchFamily="34" charset="0"/>
              </a:rPr>
              <a:t>Optimizer: Adam with a learning rate scheduler.</a:t>
            </a:r>
            <a:endParaRPr lang="en-US" sz="2200" dirty="0">
              <a:latin typeface="Arial" panose="020B0604020202020204" pitchFamily="34" charset="0"/>
              <a:cs typeface="Arial" panose="020B0604020202020204" pitchFamily="34" charset="0"/>
            </a:endParaRPr>
          </a:p>
          <a:p>
            <a:pPr marL="342900" indent="-342900"/>
            <a:r>
              <a:rPr lang="en-US" sz="2200" dirty="0">
                <a:latin typeface="Arial" panose="020B0604020202020204" pitchFamily="34" charset="0"/>
                <a:cs typeface="Arial" panose="020B0604020202020204" pitchFamily="34" charset="0"/>
              </a:rPr>
              <a:t>Metrics: Accuracy and loss monitored during training.</a:t>
            </a:r>
            <a:endParaRPr lang="en-US" sz="2200" dirty="0">
              <a:latin typeface="Arial" panose="020B0604020202020204" pitchFamily="34" charset="0"/>
              <a:cs typeface="Arial" panose="020B0604020202020204" pitchFamily="34" charset="0"/>
            </a:endParaRPr>
          </a:p>
          <a:p>
            <a:pPr marL="342900" indent="-342900"/>
            <a:r>
              <a:rPr lang="en-US" sz="2200" dirty="0">
                <a:latin typeface="Arial" panose="020B0604020202020204" pitchFamily="34" charset="0"/>
                <a:cs typeface="Arial" panose="020B0604020202020204" pitchFamily="34" charset="0"/>
              </a:rPr>
              <a:t>Training conducted with a batch size of 32 and 20 epochs.</a:t>
            </a:r>
            <a:endParaRPr lang="en-US" sz="2200" dirty="0">
              <a:latin typeface="Arial" panose="020B0604020202020204" pitchFamily="34" charset="0"/>
              <a:cs typeface="Arial" panose="020B0604020202020204" pitchFamily="34" charset="0"/>
            </a:endParaRPr>
          </a:p>
          <a:p>
            <a:pPr marL="342900" indent="-342900"/>
            <a:r>
              <a:rPr lang="en-US" sz="2200" dirty="0">
                <a:latin typeface="Arial" panose="020B0604020202020204" pitchFamily="34" charset="0"/>
                <a:cs typeface="Arial" panose="020B0604020202020204" pitchFamily="34" charset="0"/>
              </a:rPr>
              <a:t>Validation strategy: 80-20 split for training and validation datasets.</a:t>
            </a:r>
            <a:endParaRPr lang="en-US" sz="2200" dirty="0">
              <a:latin typeface="Arial" panose="020B0604020202020204" pitchFamily="34" charset="0"/>
              <a:cs typeface="Arial" panose="020B0604020202020204" pitchFamily="34" charset="0"/>
            </a:endParaRPr>
          </a:p>
          <a:p>
            <a:pPr marL="342900" indent="-342900"/>
            <a:endParaRPr lang="en-IN" sz="2200" dirty="0">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2075" y="1293268"/>
            <a:ext cx="5111750" cy="1204912"/>
          </a:xfrm>
        </p:spPr>
        <p:txBody>
          <a:bodyPr>
            <a:normAutofit/>
          </a:bodyPr>
          <a:lstStyle/>
          <a:p>
            <a:r>
              <a:rPr lang="en-US" sz="4000" b="1" dirty="0">
                <a:latin typeface="Arial" panose="020B0604020202020204" pitchFamily="34" charset="0"/>
                <a:cs typeface="Arial" panose="020B0604020202020204" pitchFamily="34" charset="0"/>
              </a:rPr>
              <a:t>Results and discussions</a:t>
            </a:r>
            <a:endParaRPr lang="en-US" sz="4000" b="1" dirty="0">
              <a:latin typeface="Arial" panose="020B0604020202020204" pitchFamily="34" charset="0"/>
              <a:cs typeface="Arial" panose="020B0604020202020204" pitchFamily="34" charset="0"/>
            </a:endParaRPr>
          </a:p>
        </p:txBody>
      </p:sp>
      <p:sp>
        <p:nvSpPr>
          <p:cNvPr id="3" name="Content Placeholder 2"/>
          <p:cNvSpPr>
            <a:spLocks noGrp="1"/>
          </p:cNvSpPr>
          <p:nvPr>
            <p:ph type="body" idx="1"/>
          </p:nvPr>
        </p:nvSpPr>
        <p:spPr>
          <a:xfrm>
            <a:off x="1885357" y="2992438"/>
            <a:ext cx="6426091" cy="3363366"/>
          </a:xfrm>
        </p:spPr>
        <p:txBody>
          <a:bodyPr vert="horz" lIns="91440" tIns="45720" rIns="91440" bIns="45720" rtlCol="0" anchor="t">
            <a:noAutofit/>
          </a:bodyPr>
          <a:lstStyle/>
          <a:p>
            <a:pPr marL="342900" indent="-342900">
              <a:buFont typeface="Courier New" panose="02070309020205020404" pitchFamily="49" charset="0"/>
              <a:buChar char="o"/>
            </a:pPr>
            <a:r>
              <a:rPr lang="en-US" sz="2200" noProof="1">
                <a:latin typeface="Arial" panose="020B0604020202020204" pitchFamily="34" charset="0"/>
                <a:cs typeface="Arial" panose="020B0604020202020204" pitchFamily="34" charset="0"/>
              </a:rPr>
              <a:t>Training and Validation Results</a:t>
            </a:r>
            <a:endParaRPr lang="en-US" sz="2200" noProof="1">
              <a:latin typeface="Arial" panose="020B0604020202020204" pitchFamily="34" charset="0"/>
              <a:cs typeface="Arial" panose="020B0604020202020204" pitchFamily="34" charset="0"/>
            </a:endParaRPr>
          </a:p>
          <a:p>
            <a:pPr marL="342900" indent="-342900">
              <a:buFont typeface="Courier New" panose="02070309020205020404" pitchFamily="49" charset="0"/>
              <a:buChar char="o"/>
            </a:pPr>
            <a:r>
              <a:rPr lang="en-US" sz="2200" noProof="1">
                <a:latin typeface="Arial" panose="020B0604020202020204" pitchFamily="34" charset="0"/>
                <a:cs typeface="Arial" panose="020B0604020202020204" pitchFamily="34" charset="0"/>
              </a:rPr>
              <a:t>Perfomance Metrics</a:t>
            </a:r>
            <a:endParaRPr lang="en-US" sz="2200" noProof="1">
              <a:latin typeface="Arial" panose="020B0604020202020204" pitchFamily="34" charset="0"/>
              <a:cs typeface="Arial" panose="020B0604020202020204" pitchFamily="34" charset="0"/>
            </a:endParaRPr>
          </a:p>
          <a:p>
            <a:pPr marL="342900" indent="-342900">
              <a:buFont typeface="Courier New" panose="02070309020205020404" pitchFamily="49" charset="0"/>
              <a:buChar char="o"/>
            </a:pPr>
            <a:r>
              <a:rPr lang="en-US" sz="2200" noProof="1">
                <a:latin typeface="Arial" panose="020B0604020202020204" pitchFamily="34" charset="0"/>
                <a:cs typeface="Arial" panose="020B0604020202020204" pitchFamily="34" charset="0"/>
              </a:rPr>
              <a:t>Real-Time Deployment</a:t>
            </a:r>
            <a:endParaRPr lang="en-US" sz="2200" noProof="1">
              <a:latin typeface="Arial" panose="020B0604020202020204" pitchFamily="34" charset="0"/>
              <a:cs typeface="Arial" panose="020B0604020202020204" pitchFamily="34" charset="0"/>
            </a:endParaRPr>
          </a:p>
          <a:p>
            <a:pPr marL="342900" indent="-342900">
              <a:buFont typeface="Courier New" panose="02070309020205020404" pitchFamily="49" charset="0"/>
              <a:buChar char="o"/>
            </a:pPr>
            <a:r>
              <a:rPr lang="en-US" sz="2200" noProof="1">
                <a:latin typeface="Arial" panose="020B0604020202020204" pitchFamily="34" charset="0"/>
                <a:cs typeface="Arial" panose="020B0604020202020204" pitchFamily="34" charset="0"/>
              </a:rPr>
              <a:t>Challenges</a:t>
            </a:r>
            <a:endParaRPr lang="en-US" sz="2200" noProof="1">
              <a:latin typeface="Arial" panose="020B0604020202020204" pitchFamily="34" charset="0"/>
              <a:cs typeface="Arial" panose="020B0604020202020204" pitchFamily="34" charset="0"/>
            </a:endParaRPr>
          </a:p>
          <a:p>
            <a:pPr marL="342900" indent="-342900">
              <a:buFont typeface="Courier New" panose="02070309020205020404" pitchFamily="49" charset="0"/>
              <a:buChar char="o"/>
            </a:pPr>
            <a:r>
              <a:rPr lang="en-US" sz="2200" noProof="1">
                <a:latin typeface="Arial" panose="020B0604020202020204" pitchFamily="34" charset="0"/>
                <a:cs typeface="Arial" panose="020B0604020202020204" pitchFamily="34" charset="0"/>
              </a:rPr>
              <a:t>Potential Improvements</a:t>
            </a:r>
            <a:endParaRPr lang="en-US" sz="2200" noProof="1">
              <a:latin typeface="Arial" panose="020B0604020202020204" pitchFamily="34" charset="0"/>
              <a:cs typeface="Arial" panose="020B0604020202020204" pitchFamily="34" charset="0"/>
            </a:endParaRPr>
          </a:p>
          <a:p>
            <a:pPr marL="342900" indent="-342900">
              <a:buFont typeface="Courier New" panose="02070309020205020404" pitchFamily="49" charset="0"/>
              <a:buChar char="o"/>
            </a:pPr>
            <a:r>
              <a:rPr lang="en-US" sz="2200" noProof="1">
                <a:latin typeface="Arial" panose="020B0604020202020204" pitchFamily="34" charset="0"/>
                <a:cs typeface="Arial" panose="020B0604020202020204" pitchFamily="34" charset="0"/>
              </a:rPr>
              <a:t>Future Directions</a:t>
            </a:r>
            <a:endParaRPr lang="en-US" sz="2200" noProof="1">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a:xfrm>
            <a:off x="838200" y="6356350"/>
            <a:ext cx="2743200" cy="365125"/>
          </a:xfrm>
        </p:spPr>
        <p:txBody>
          <a:bodyPr/>
          <a:lstStyle/>
          <a:p>
            <a:r>
              <a:rPr lang="en-US" dirty="0"/>
              <a:t>20XX</a:t>
            </a:r>
            <a:endParaRPr lang="en-US" dirty="0"/>
          </a:p>
        </p:txBody>
      </p:sp>
      <p:sp>
        <p:nvSpPr>
          <p:cNvPr id="5" name="Footer Placeholder 4"/>
          <p:cNvSpPr>
            <a:spLocks noGrp="1"/>
          </p:cNvSpPr>
          <p:nvPr>
            <p:ph type="ftr" sz="quarter" idx="11"/>
          </p:nvPr>
        </p:nvSpPr>
        <p:spPr>
          <a:xfrm>
            <a:off x="5224463" y="6356350"/>
            <a:ext cx="1743075" cy="365125"/>
          </a:xfrm>
        </p:spPr>
        <p:txBody>
          <a:bodyPr/>
          <a:lstStyle/>
          <a:p>
            <a:r>
              <a:rPr lang="en-US" dirty="0"/>
              <a:t>Pitch Deck</a:t>
            </a:r>
            <a:endParaRPr lang="en-US" dirty="0"/>
          </a:p>
        </p:txBody>
      </p:sp>
      <p:sp>
        <p:nvSpPr>
          <p:cNvPr id="6" name="Slide Number Placeholder 5"/>
          <p:cNvSpPr>
            <a:spLocks noGrp="1"/>
          </p:cNvSpPr>
          <p:nvPr>
            <p:ph type="sldNum" sz="quarter" idx="12"/>
          </p:nvPr>
        </p:nvSpPr>
        <p:spPr>
          <a:xfrm>
            <a:off x="8610600" y="6356350"/>
            <a:ext cx="2743200" cy="365125"/>
          </a:xfrm>
        </p:spPr>
        <p:txBody>
          <a:bodyPr/>
          <a:lstStyle/>
          <a:p>
            <a:fld id="{B5CEABB6-07DC-46E8-9B57-56EC44A396E5}" type="slidenum">
              <a:rPr lang="en-US" smtClean="0"/>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noAutofit/>
          </a:bodyPr>
          <a:lstStyle/>
          <a:p>
            <a:r>
              <a:rPr lang="en-IN" sz="3200" b="1" dirty="0">
                <a:latin typeface="Arial" panose="020B0604020202020204" pitchFamily="34" charset="0"/>
                <a:cs typeface="Arial" panose="020B0604020202020204" pitchFamily="34" charset="0"/>
              </a:rPr>
              <a:t>Training Results</a:t>
            </a:r>
            <a:r>
              <a:rPr lang="en-IN" sz="3200" dirty="0">
                <a:latin typeface="Arial" panose="020B0604020202020204" pitchFamily="34" charset="0"/>
                <a:cs typeface="Arial" panose="020B0604020202020204" pitchFamily="34" charset="0"/>
              </a:rPr>
              <a:t>:</a:t>
            </a:r>
            <a:br>
              <a:rPr lang="en-IN" sz="3200" dirty="0">
                <a:latin typeface="Arial" panose="020B0604020202020204" pitchFamily="34" charset="0"/>
                <a:cs typeface="Arial" panose="020B0604020202020204" pitchFamily="34" charset="0"/>
              </a:rPr>
            </a:br>
            <a:endParaRPr lang="en-IN" sz="3200" dirty="0">
              <a:latin typeface="Arial" panose="020B0604020202020204" pitchFamily="34" charset="0"/>
              <a:cs typeface="Arial" panose="020B0604020202020204" pitchFamily="34" charset="0"/>
            </a:endParaRPr>
          </a:p>
        </p:txBody>
      </p:sp>
      <p:sp>
        <p:nvSpPr>
          <p:cNvPr id="14" name="Text Placeholder 13"/>
          <p:cNvSpPr>
            <a:spLocks noGrp="1"/>
          </p:cNvSpPr>
          <p:nvPr>
            <p:ph type="body" sz="quarter" idx="13"/>
          </p:nvPr>
        </p:nvSpPr>
        <p:spPr>
          <a:xfrm>
            <a:off x="5920169" y="1676905"/>
            <a:ext cx="5433204" cy="1752095"/>
          </a:xfrm>
        </p:spPr>
        <p:txBody>
          <a:bodyPr>
            <a:noAutofit/>
          </a:bodyPr>
          <a:lstStyle/>
          <a:p>
            <a:pPr>
              <a:buFont typeface="Arial" panose="020B0604020202020204" pitchFamily="34" charset="0"/>
              <a:buChar char="•"/>
            </a:pPr>
            <a:r>
              <a:rPr lang="en-US" sz="2200" cap="none" dirty="0">
                <a:latin typeface="Arial" panose="020B0604020202020204" pitchFamily="34" charset="0"/>
                <a:cs typeface="Arial" panose="020B0604020202020204" pitchFamily="34" charset="0"/>
              </a:rPr>
              <a:t>Accuracy achieved on the training dataset: 95%.</a:t>
            </a:r>
            <a:endParaRPr lang="en-US" sz="2200" cap="none" dirty="0">
              <a:latin typeface="Arial" panose="020B0604020202020204" pitchFamily="34" charset="0"/>
              <a:cs typeface="Arial" panose="020B0604020202020204" pitchFamily="34" charset="0"/>
            </a:endParaRPr>
          </a:p>
          <a:p>
            <a:pPr>
              <a:buFont typeface="Arial" panose="020B0604020202020204" pitchFamily="34" charset="0"/>
              <a:buChar char="•"/>
            </a:pPr>
            <a:r>
              <a:rPr lang="en-US" sz="2200" cap="none" dirty="0">
                <a:latin typeface="Arial" panose="020B0604020202020204" pitchFamily="34" charset="0"/>
                <a:cs typeface="Arial" panose="020B0604020202020204" pitchFamily="34" charset="0"/>
              </a:rPr>
              <a:t>Loss reduced significantly after 10 epochs.</a:t>
            </a:r>
            <a:endParaRPr lang="en-US" sz="2200" cap="none" dirty="0">
              <a:latin typeface="Arial" panose="020B0604020202020204" pitchFamily="34" charset="0"/>
              <a:cs typeface="Arial" panose="020B0604020202020204" pitchFamily="34" charset="0"/>
            </a:endParaRPr>
          </a:p>
          <a:p>
            <a:endParaRPr lang="en-IN" sz="2200" cap="none" dirty="0">
              <a:latin typeface="Arial" panose="020B0604020202020204" pitchFamily="34" charset="0"/>
              <a:cs typeface="Arial" panose="020B0604020202020204" pitchFamily="34" charset="0"/>
            </a:endParaRPr>
          </a:p>
        </p:txBody>
      </p:sp>
      <p:sp>
        <p:nvSpPr>
          <p:cNvPr id="22" name="Text Placeholder 21"/>
          <p:cNvSpPr>
            <a:spLocks noGrp="1"/>
          </p:cNvSpPr>
          <p:nvPr>
            <p:ph type="body" sz="quarter" idx="25"/>
          </p:nvPr>
        </p:nvSpPr>
        <p:spPr>
          <a:xfrm>
            <a:off x="5974333" y="3658717"/>
            <a:ext cx="5433204" cy="365125"/>
          </a:xfrm>
        </p:spPr>
        <p:txBody>
          <a:bodyPr>
            <a:noAutofit/>
          </a:bodyPr>
          <a:lstStyle/>
          <a:p>
            <a:pPr>
              <a:spcBef>
                <a:spcPct val="0"/>
              </a:spcBef>
            </a:pPr>
            <a:r>
              <a:rPr lang="en-IN" sz="3200" b="1" dirty="0">
                <a:latin typeface="Arial" panose="020B0604020202020204" pitchFamily="34" charset="0"/>
                <a:cs typeface="Arial" panose="020B0604020202020204" pitchFamily="34" charset="0"/>
              </a:rPr>
              <a:t>Validation Results:</a:t>
            </a:r>
            <a:endParaRPr lang="en-IN" sz="3200" b="1" dirty="0">
              <a:latin typeface="Arial" panose="020B0604020202020204" pitchFamily="34" charset="0"/>
              <a:cs typeface="Arial" panose="020B0604020202020204" pitchFamily="34" charset="0"/>
            </a:endParaRPr>
          </a:p>
          <a:p>
            <a:endParaRPr lang="en-IN" sz="3200" dirty="0">
              <a:latin typeface="Arial" panose="020B0604020202020204" pitchFamily="34" charset="0"/>
              <a:cs typeface="Arial" panose="020B0604020202020204" pitchFamily="34" charset="0"/>
            </a:endParaRPr>
          </a:p>
        </p:txBody>
      </p:sp>
      <p:sp>
        <p:nvSpPr>
          <p:cNvPr id="24" name="Text Placeholder 23"/>
          <p:cNvSpPr>
            <a:spLocks noGrp="1"/>
          </p:cNvSpPr>
          <p:nvPr>
            <p:ph type="body" sz="quarter" idx="26"/>
          </p:nvPr>
        </p:nvSpPr>
        <p:spPr>
          <a:xfrm>
            <a:off x="5975566" y="4305047"/>
            <a:ext cx="5431971" cy="1752095"/>
          </a:xfrm>
        </p:spPr>
        <p:txBody>
          <a:bodyPr>
            <a:normAutofit fontScale="25000" lnSpcReduction="20000"/>
          </a:bodyPr>
          <a:lstStyle/>
          <a:p>
            <a:pPr>
              <a:lnSpc>
                <a:spcPct val="110000"/>
              </a:lnSpc>
              <a:buFont typeface="Arial" panose="020B0604020202020204" pitchFamily="34" charset="0"/>
              <a:buChar char="•"/>
            </a:pPr>
            <a:r>
              <a:rPr lang="en-US" sz="8800" spc="150" dirty="0">
                <a:latin typeface="Arial" panose="020B0604020202020204" pitchFamily="34" charset="0"/>
                <a:ea typeface="+mj-ea"/>
                <a:cs typeface="Arial" panose="020B0604020202020204" pitchFamily="34" charset="0"/>
              </a:rPr>
              <a:t>Accuracy on the validation dataset: 90%.</a:t>
            </a:r>
            <a:endParaRPr lang="en-US" sz="8800" spc="150" dirty="0">
              <a:latin typeface="Arial" panose="020B0604020202020204" pitchFamily="34" charset="0"/>
              <a:ea typeface="+mj-ea"/>
              <a:cs typeface="Arial" panose="020B0604020202020204" pitchFamily="34" charset="0"/>
            </a:endParaRPr>
          </a:p>
          <a:p>
            <a:pPr>
              <a:lnSpc>
                <a:spcPct val="110000"/>
              </a:lnSpc>
              <a:buFont typeface="Arial" panose="020B0604020202020204" pitchFamily="34" charset="0"/>
              <a:buChar char="•"/>
            </a:pPr>
            <a:r>
              <a:rPr lang="en-US" sz="8800" spc="150" dirty="0">
                <a:latin typeface="Arial" panose="020B0604020202020204" pitchFamily="34" charset="0"/>
                <a:ea typeface="+mj-ea"/>
                <a:cs typeface="Arial" panose="020B0604020202020204" pitchFamily="34" charset="0"/>
              </a:rPr>
              <a:t>Validation loss graph stabilized after early epochs.</a:t>
            </a:r>
            <a:endParaRPr lang="en-US" sz="8800" spc="150" dirty="0">
              <a:latin typeface="Arial" panose="020B0604020202020204" pitchFamily="34" charset="0"/>
              <a:ea typeface="+mj-ea"/>
              <a:cs typeface="Arial" panose="020B0604020202020204" pitchFamily="34" charset="0"/>
            </a:endParaRPr>
          </a:p>
          <a:p>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5156" y="892177"/>
            <a:ext cx="8421688" cy="1325563"/>
          </a:xfrm>
        </p:spPr>
        <p:txBody>
          <a:bodyPr>
            <a:normAutofit/>
          </a:bodyPr>
          <a:lstStyle/>
          <a:p>
            <a:r>
              <a:rPr lang="en-IN" sz="3200" b="1" dirty="0">
                <a:latin typeface="Arial" panose="020B0604020202020204" pitchFamily="34" charset="0"/>
                <a:cs typeface="Arial" panose="020B0604020202020204" pitchFamily="34" charset="0"/>
              </a:rPr>
              <a:t>performance Metrics</a:t>
            </a:r>
            <a:endParaRPr lang="en-IN" sz="3200" b="1" dirty="0">
              <a:latin typeface="Arial" panose="020B0604020202020204" pitchFamily="34" charset="0"/>
              <a:cs typeface="Arial" panose="020B0604020202020204" pitchFamily="34" charset="0"/>
            </a:endParaRPr>
          </a:p>
        </p:txBody>
      </p:sp>
      <p:sp>
        <p:nvSpPr>
          <p:cNvPr id="4" name="Text Placeholder 3"/>
          <p:cNvSpPr>
            <a:spLocks noGrp="1"/>
          </p:cNvSpPr>
          <p:nvPr>
            <p:ph type="body" idx="1"/>
          </p:nvPr>
        </p:nvSpPr>
        <p:spPr>
          <a:xfrm>
            <a:off x="1243104" y="2329661"/>
            <a:ext cx="2882475" cy="823912"/>
          </a:xfrm>
        </p:spPr>
        <p:txBody>
          <a:bodyPr/>
          <a:lstStyle/>
          <a:p>
            <a:r>
              <a:rPr lang="en-US" sz="2200" dirty="0">
                <a:solidFill>
                  <a:schemeClr val="tx1"/>
                </a:solidFill>
                <a:latin typeface="Arial" panose="020B0604020202020204" pitchFamily="34" charset="0"/>
                <a:cs typeface="Arial" panose="020B0604020202020204" pitchFamily="34" charset="0"/>
              </a:rPr>
              <a:t>Precision: 92%</a:t>
            </a:r>
            <a:endParaRPr lang="en-US" sz="2200" dirty="0">
              <a:solidFill>
                <a:schemeClr val="tx1"/>
              </a:solidFill>
              <a:latin typeface="Arial" panose="020B0604020202020204" pitchFamily="34" charset="0"/>
              <a:cs typeface="Arial" panose="020B0604020202020204" pitchFamily="34" charset="0"/>
            </a:endParaRPr>
          </a:p>
        </p:txBody>
      </p:sp>
      <p:sp>
        <p:nvSpPr>
          <p:cNvPr id="7" name="Content Placeholder 6"/>
          <p:cNvSpPr>
            <a:spLocks noGrp="1"/>
          </p:cNvSpPr>
          <p:nvPr>
            <p:ph sz="half" idx="2"/>
          </p:nvPr>
        </p:nvSpPr>
        <p:spPr>
          <a:xfrm>
            <a:off x="1243104" y="3387331"/>
            <a:ext cx="2882475" cy="1997867"/>
          </a:xfrm>
        </p:spPr>
        <p:txBody>
          <a:bodyPr vert="horz" lIns="91440" tIns="45720" rIns="91440" bIns="45720" rtlCol="0" anchor="t">
            <a:noAutofit/>
          </a:bodyPr>
          <a:lstStyle/>
          <a:p>
            <a:pPr marL="342900" indent="-342900">
              <a:buFont typeface="Arial" panose="020B0604020202020204" pitchFamily="34" charset="0"/>
              <a:buChar char="•"/>
            </a:pPr>
            <a:r>
              <a:rPr lang="en-US" sz="2200" dirty="0">
                <a:latin typeface="Arial" panose="020B0604020202020204" pitchFamily="34" charset="0"/>
                <a:cs typeface="Arial" panose="020B0604020202020204" pitchFamily="34" charset="0"/>
              </a:rPr>
              <a:t>Measures the accuracy of </a:t>
            </a:r>
            <a:r>
              <a:rPr lang="en-US" sz="2200" dirty="0">
                <a:latin typeface="Arial" panose="020B0604020202020204" pitchFamily="34" charset="0"/>
                <a:cs typeface="Arial" panose="020B0604020202020204" pitchFamily="34" charset="0"/>
              </a:rPr>
              <a:t>positive predictions. High precision indicates few false positives.</a:t>
            </a:r>
            <a:endParaRPr lang="en-US" sz="2200" dirty="0">
              <a:latin typeface="Arial" panose="020B0604020202020204" pitchFamily="34" charset="0"/>
              <a:cs typeface="Arial" panose="020B0604020202020204" pitchFamily="34" charset="0"/>
            </a:endParaRPr>
          </a:p>
          <a:p>
            <a:endParaRPr lang="en-US" sz="2200" noProof="1" dirty="0">
              <a:latin typeface="Arial" panose="020B0604020202020204" pitchFamily="34" charset="0"/>
              <a:cs typeface="Arial" panose="020B0604020202020204" pitchFamily="34" charset="0"/>
            </a:endParaRPr>
          </a:p>
        </p:txBody>
      </p:sp>
      <p:sp>
        <p:nvSpPr>
          <p:cNvPr id="6" name="Text Placeholder 5"/>
          <p:cNvSpPr>
            <a:spLocks noGrp="1"/>
          </p:cNvSpPr>
          <p:nvPr>
            <p:ph type="body" sz="quarter" idx="3"/>
          </p:nvPr>
        </p:nvSpPr>
        <p:spPr>
          <a:xfrm>
            <a:off x="4689653" y="2329661"/>
            <a:ext cx="2896671" cy="823912"/>
          </a:xfrm>
        </p:spPr>
        <p:txBody>
          <a:bodyPr/>
          <a:lstStyle/>
          <a:p>
            <a:r>
              <a:rPr lang="en-US" sz="2200" dirty="0">
                <a:solidFill>
                  <a:schemeClr val="tx1"/>
                </a:solidFill>
                <a:latin typeface="Arial" panose="020B0604020202020204" pitchFamily="34" charset="0"/>
                <a:cs typeface="Arial" panose="020B0604020202020204" pitchFamily="34" charset="0"/>
              </a:rPr>
              <a:t>Recall: 91%</a:t>
            </a:r>
            <a:endParaRPr lang="en-US" sz="2200" dirty="0">
              <a:solidFill>
                <a:schemeClr val="tx1"/>
              </a:solidFill>
              <a:latin typeface="Arial" panose="020B0604020202020204" pitchFamily="34" charset="0"/>
              <a:cs typeface="Arial" panose="020B0604020202020204" pitchFamily="34" charset="0"/>
            </a:endParaRPr>
          </a:p>
        </p:txBody>
      </p:sp>
      <p:sp>
        <p:nvSpPr>
          <p:cNvPr id="3" name="Text Placeholder 2"/>
          <p:cNvSpPr>
            <a:spLocks noGrp="1"/>
          </p:cNvSpPr>
          <p:nvPr>
            <p:ph sz="quarter" idx="4"/>
          </p:nvPr>
        </p:nvSpPr>
        <p:spPr>
          <a:xfrm>
            <a:off x="4641337" y="3387330"/>
            <a:ext cx="2896671" cy="1997867"/>
          </a:xfrm>
        </p:spPr>
        <p:txBody>
          <a:bodyPr>
            <a:noAutofit/>
          </a:bodyPr>
          <a:lstStyle/>
          <a:p>
            <a:pPr marL="342900" indent="-342900">
              <a:buFont typeface="Arial" panose="020B0604020202020204" pitchFamily="34" charset="0"/>
              <a:buChar char="•"/>
            </a:pPr>
            <a:r>
              <a:rPr lang="en-US" sz="2200" dirty="0">
                <a:latin typeface="Arial" panose="020B0604020202020204" pitchFamily="34" charset="0"/>
                <a:cs typeface="Arial" panose="020B0604020202020204" pitchFamily="34" charset="0"/>
              </a:rPr>
              <a:t>Measures how well the model captures all positive cases. High recall indicates few false negatives.</a:t>
            </a:r>
            <a:endParaRPr lang="en-US" sz="2200" dirty="0">
              <a:latin typeface="Arial" panose="020B0604020202020204" pitchFamily="34" charset="0"/>
              <a:cs typeface="Arial" panose="020B0604020202020204" pitchFamily="34" charset="0"/>
            </a:endParaRPr>
          </a:p>
        </p:txBody>
      </p:sp>
      <p:sp>
        <p:nvSpPr>
          <p:cNvPr id="5" name="Content Placeholder 4"/>
          <p:cNvSpPr>
            <a:spLocks noGrp="1"/>
          </p:cNvSpPr>
          <p:nvPr>
            <p:ph type="body" idx="13"/>
          </p:nvPr>
        </p:nvSpPr>
        <p:spPr>
          <a:xfrm>
            <a:off x="8163750" y="2329661"/>
            <a:ext cx="2882475" cy="823912"/>
          </a:xfrm>
        </p:spPr>
        <p:txBody>
          <a:bodyPr vert="horz" lIns="91440" tIns="45720" rIns="91440" bIns="45720" rtlCol="0" anchor="b">
            <a:normAutofit/>
          </a:bodyPr>
          <a:lstStyle/>
          <a:p>
            <a:r>
              <a:rPr lang="en-US" sz="2200" dirty="0">
                <a:solidFill>
                  <a:schemeClr val="tx1"/>
                </a:solidFill>
                <a:latin typeface="Arial" panose="020B0604020202020204" pitchFamily="34" charset="0"/>
                <a:cs typeface="Arial" panose="020B0604020202020204" pitchFamily="34" charset="0"/>
              </a:rPr>
              <a:t>F1-score: 91%</a:t>
            </a:r>
            <a:endParaRPr lang="en-US" sz="2200" dirty="0">
              <a:solidFill>
                <a:schemeClr val="tx1"/>
              </a:solidFill>
              <a:latin typeface="Arial" panose="020B0604020202020204" pitchFamily="34" charset="0"/>
              <a:cs typeface="Arial" panose="020B0604020202020204" pitchFamily="34" charset="0"/>
            </a:endParaRPr>
          </a:p>
        </p:txBody>
      </p:sp>
      <p:sp>
        <p:nvSpPr>
          <p:cNvPr id="8" name="Text Placeholder 7"/>
          <p:cNvSpPr>
            <a:spLocks noGrp="1"/>
          </p:cNvSpPr>
          <p:nvPr>
            <p:ph sz="half" idx="14"/>
          </p:nvPr>
        </p:nvSpPr>
        <p:spPr>
          <a:xfrm>
            <a:off x="8053766" y="3387329"/>
            <a:ext cx="2882475" cy="1997867"/>
          </a:xfrm>
        </p:spPr>
        <p:txBody>
          <a:bodyPr/>
          <a:lstStyle/>
          <a:p>
            <a:pPr marL="342900" indent="-342900">
              <a:buFont typeface="Arial" panose="020B0604020202020204" pitchFamily="34" charset="0"/>
              <a:buChar char="•"/>
            </a:pPr>
            <a:r>
              <a:rPr lang="en-US" sz="2200" dirty="0">
                <a:latin typeface="Arial" panose="020B0604020202020204" pitchFamily="34" charset="0"/>
                <a:cs typeface="Arial" panose="020B0604020202020204" pitchFamily="34" charset="0"/>
              </a:rPr>
              <a:t>Harmonic mean of precision and recall, providing a balanced</a:t>
            </a:r>
            <a:endParaRPr lang="en-US" sz="2200" dirty="0">
              <a:latin typeface="Arial" panose="020B0604020202020204" pitchFamily="34" charset="0"/>
              <a:cs typeface="Arial" panose="020B0604020202020204" pitchFamily="34" charset="0"/>
            </a:endParaRPr>
          </a:p>
        </p:txBody>
      </p:sp>
      <p:sp>
        <p:nvSpPr>
          <p:cNvPr id="9" name="Date Placeholder 8"/>
          <p:cNvSpPr>
            <a:spLocks noGrp="1"/>
          </p:cNvSpPr>
          <p:nvPr>
            <p:ph type="dt" sz="half" idx="10"/>
          </p:nvPr>
        </p:nvSpPr>
        <p:spPr>
          <a:xfrm>
            <a:off x="838200" y="6356350"/>
            <a:ext cx="2743200" cy="365125"/>
          </a:xfrm>
        </p:spPr>
        <p:txBody>
          <a:bodyPr/>
          <a:lstStyle/>
          <a:p>
            <a:r>
              <a:rPr lang="en-US" dirty="0"/>
              <a:t>20XX</a:t>
            </a:r>
            <a:endParaRPr lang="en-US" dirty="0"/>
          </a:p>
        </p:txBody>
      </p:sp>
      <p:sp>
        <p:nvSpPr>
          <p:cNvPr id="10" name="Footer Placeholder 9"/>
          <p:cNvSpPr>
            <a:spLocks noGrp="1"/>
          </p:cNvSpPr>
          <p:nvPr>
            <p:ph type="ftr" sz="quarter" idx="11"/>
          </p:nvPr>
        </p:nvSpPr>
        <p:spPr>
          <a:xfrm>
            <a:off x="4038600" y="6356350"/>
            <a:ext cx="4114800" cy="365125"/>
          </a:xfrm>
        </p:spPr>
        <p:txBody>
          <a:bodyPr/>
          <a:lstStyle/>
          <a:p>
            <a:r>
              <a:rPr lang="en-US" dirty="0"/>
              <a:t>Pitch Deck</a:t>
            </a:r>
            <a:endParaRPr lang="en-US" dirty="0"/>
          </a:p>
        </p:txBody>
      </p:sp>
      <p:sp>
        <p:nvSpPr>
          <p:cNvPr id="11" name="Slide Number Placeholder 10"/>
          <p:cNvSpPr>
            <a:spLocks noGrp="1"/>
          </p:cNvSpPr>
          <p:nvPr>
            <p:ph type="sldNum" sz="quarter" idx="12"/>
          </p:nvPr>
        </p:nvSpPr>
        <p:spPr>
          <a:xfrm>
            <a:off x="8610600" y="6356350"/>
            <a:ext cx="2743200" cy="365125"/>
          </a:xfrm>
        </p:spPr>
        <p:txBody>
          <a:bodyPr/>
          <a:lstStyle/>
          <a:p>
            <a:fld id="{B5CEABB6-07DC-46E8-9B57-56EC44A396E5}" type="slidenum">
              <a:rPr lang="en-US" smtClean="0"/>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1508760" y="4156710"/>
            <a:ext cx="3354705" cy="1325880"/>
          </a:xfrm>
        </p:spPr>
        <p:txBody>
          <a:bodyPr>
            <a:normAutofit fontScale="90000"/>
          </a:bodyPr>
          <a:lstStyle/>
          <a:p>
            <a:r>
              <a:rPr lang="en-US" sz="3555" b="1" dirty="0">
                <a:latin typeface="Arial" panose="020B0604020202020204" pitchFamily="34" charset="0"/>
                <a:cs typeface="Arial" panose="020B0604020202020204" pitchFamily="34" charset="0"/>
              </a:rPr>
              <a:t>Real time deployment</a:t>
            </a:r>
            <a:endParaRPr lang="en-IN" sz="3555" b="1" dirty="0">
              <a:latin typeface="Arial" panose="020B0604020202020204" pitchFamily="34" charset="0"/>
              <a:cs typeface="Arial" panose="020B0604020202020204" pitchFamily="34" charset="0"/>
            </a:endParaRPr>
          </a:p>
        </p:txBody>
      </p:sp>
      <p:sp>
        <p:nvSpPr>
          <p:cNvPr id="13" name="Text Placeholder 12"/>
          <p:cNvSpPr>
            <a:spLocks noGrp="1"/>
          </p:cNvSpPr>
          <p:nvPr>
            <p:ph type="body" sz="quarter" idx="13"/>
          </p:nvPr>
        </p:nvSpPr>
        <p:spPr>
          <a:xfrm>
            <a:off x="5919680" y="1675884"/>
            <a:ext cx="5433204" cy="949806"/>
          </a:xfrm>
        </p:spPr>
        <p:txBody>
          <a:bodyPr>
            <a:noAutofit/>
          </a:bodyPr>
          <a:lstStyle/>
          <a:p>
            <a:pPr marL="342900" indent="-342900">
              <a:buFont typeface="Wingdings" panose="05000000000000000000" pitchFamily="2" charset="2"/>
              <a:buChar char="q"/>
            </a:pPr>
            <a:r>
              <a:rPr lang="en-US" sz="2200" dirty="0">
                <a:latin typeface="Arial" panose="020B0604020202020204" pitchFamily="34" charset="0"/>
                <a:cs typeface="Arial" panose="020B0604020202020204" pitchFamily="34" charset="0"/>
              </a:rPr>
              <a:t>Successfully deployed the model on a local machine for real-time detection.</a:t>
            </a:r>
            <a:endParaRPr lang="en-US" sz="2200" dirty="0">
              <a:latin typeface="Arial" panose="020B0604020202020204" pitchFamily="34" charset="0"/>
              <a:cs typeface="Arial" panose="020B0604020202020204" pitchFamily="34" charset="0"/>
            </a:endParaRPr>
          </a:p>
          <a:p>
            <a:endParaRPr lang="en-IN" sz="2200" dirty="0">
              <a:latin typeface="Arial" panose="020B0604020202020204" pitchFamily="34" charset="0"/>
              <a:cs typeface="Arial" panose="020B0604020202020204" pitchFamily="34" charset="0"/>
            </a:endParaRPr>
          </a:p>
        </p:txBody>
      </p:sp>
      <p:sp>
        <p:nvSpPr>
          <p:cNvPr id="15" name="Text Placeholder 14"/>
          <p:cNvSpPr>
            <a:spLocks noGrp="1"/>
          </p:cNvSpPr>
          <p:nvPr>
            <p:ph type="body" sz="quarter" idx="23"/>
          </p:nvPr>
        </p:nvSpPr>
        <p:spPr>
          <a:xfrm>
            <a:off x="5919680" y="3255755"/>
            <a:ext cx="5433204" cy="659307"/>
          </a:xfrm>
        </p:spPr>
        <p:txBody>
          <a:bodyPr>
            <a:noAutofit/>
          </a:bodyPr>
          <a:lstStyle/>
          <a:p>
            <a:pPr marL="342900" indent="-342900">
              <a:buFont typeface="Wingdings" panose="05000000000000000000" pitchFamily="2" charset="2"/>
              <a:buChar char="q"/>
            </a:pPr>
            <a:r>
              <a:rPr lang="en-US" sz="2200" dirty="0">
                <a:latin typeface="Arial" panose="020B0604020202020204" pitchFamily="34" charset="0"/>
                <a:cs typeface="Arial" panose="020B0604020202020204" pitchFamily="34" charset="0"/>
              </a:rPr>
              <a:t>Detected fire and smoke with minimal latency.</a:t>
            </a:r>
            <a:endParaRPr lang="en-US" sz="2200" dirty="0">
              <a:latin typeface="Arial" panose="020B0604020202020204" pitchFamily="34" charset="0"/>
              <a:cs typeface="Arial" panose="020B0604020202020204" pitchFamily="34" charset="0"/>
            </a:endParaRPr>
          </a:p>
          <a:p>
            <a:endParaRPr lang="en-IN" sz="2200" dirty="0">
              <a:latin typeface="Arial" panose="020B0604020202020204" pitchFamily="34" charset="0"/>
              <a:cs typeface="Arial" panose="020B0604020202020204" pitchFamily="34" charset="0"/>
            </a:endParaRPr>
          </a:p>
        </p:txBody>
      </p:sp>
      <p:sp>
        <p:nvSpPr>
          <p:cNvPr id="17" name="Text Placeholder 16"/>
          <p:cNvSpPr>
            <a:spLocks noGrp="1"/>
          </p:cNvSpPr>
          <p:nvPr>
            <p:ph type="body" sz="quarter" idx="25"/>
          </p:nvPr>
        </p:nvSpPr>
        <p:spPr>
          <a:xfrm>
            <a:off x="5838171" y="4592075"/>
            <a:ext cx="5433204" cy="659307"/>
          </a:xfrm>
        </p:spPr>
        <p:txBody>
          <a:bodyPr>
            <a:noAutofit/>
          </a:bodyPr>
          <a:lstStyle/>
          <a:p>
            <a:pPr marL="342900" indent="-342900">
              <a:buFont typeface="Wingdings" panose="05000000000000000000" pitchFamily="2" charset="2"/>
              <a:buChar char="q"/>
            </a:pPr>
            <a:r>
              <a:rPr lang="en-US" sz="2200" dirty="0">
                <a:latin typeface="Arial" panose="020B0604020202020204" pitchFamily="34" charset="0"/>
                <a:cs typeface="Arial" panose="020B0604020202020204" pitchFamily="34" charset="0"/>
              </a:rPr>
              <a:t>Difficulty in distinguishing between smoke and mist in certain cases.</a:t>
            </a:r>
            <a:endParaRPr lang="en-US" sz="2200" dirty="0">
              <a:latin typeface="Arial" panose="020B0604020202020204" pitchFamily="34" charset="0"/>
              <a:cs typeface="Arial" panose="020B0604020202020204" pitchFamily="34" charset="0"/>
            </a:endParaRPr>
          </a:p>
          <a:p>
            <a:endParaRPr lang="en-IN" sz="2200" dirty="0">
              <a:latin typeface="Arial" panose="020B0604020202020204" pitchFamily="34" charset="0"/>
              <a:cs typeface="Arial" panose="020B0604020202020204" pitchFamily="34" charset="0"/>
            </a:endParaRPr>
          </a:p>
        </p:txBody>
      </p:sp>
      <p:sp>
        <p:nvSpPr>
          <p:cNvPr id="9" name="Date Placeholder 8"/>
          <p:cNvSpPr>
            <a:spLocks noGrp="1"/>
          </p:cNvSpPr>
          <p:nvPr>
            <p:ph type="dt" sz="half" idx="20"/>
          </p:nvPr>
        </p:nvSpPr>
        <p:spPr/>
        <p:txBody>
          <a:bodyPr/>
          <a:lstStyle/>
          <a:p>
            <a:r>
              <a:rPr lang="en-US">
                <a:latin typeface="Arial" panose="020B0604020202020204" pitchFamily="34" charset="0"/>
                <a:cs typeface="Arial" panose="020B0604020202020204" pitchFamily="34" charset="0"/>
              </a:rPr>
              <a:t>20XX</a:t>
            </a:r>
            <a:endParaRPr lang="en-US" dirty="0">
              <a:latin typeface="Arial" panose="020B0604020202020204" pitchFamily="34" charset="0"/>
              <a:cs typeface="Arial" panose="020B0604020202020204" pitchFamily="34" charset="0"/>
            </a:endParaRPr>
          </a:p>
        </p:txBody>
      </p:sp>
      <p:sp>
        <p:nvSpPr>
          <p:cNvPr id="10" name="Footer Placeholder 9"/>
          <p:cNvSpPr>
            <a:spLocks noGrp="1"/>
          </p:cNvSpPr>
          <p:nvPr>
            <p:ph type="ftr" sz="quarter" idx="21"/>
          </p:nvPr>
        </p:nvSpPr>
        <p:spPr/>
        <p:txBody>
          <a:bodyPr/>
          <a:lstStyle/>
          <a:p>
            <a:r>
              <a:rPr lang="en-US">
                <a:latin typeface="Arial" panose="020B0604020202020204" pitchFamily="34" charset="0"/>
                <a:cs typeface="Arial" panose="020B0604020202020204" pitchFamily="34" charset="0"/>
              </a:rPr>
              <a:t>Pitch Deck</a:t>
            </a:r>
            <a:endParaRPr lang="en-US" dirty="0">
              <a:latin typeface="Arial" panose="020B0604020202020204" pitchFamily="34" charset="0"/>
              <a:cs typeface="Arial" panose="020B0604020202020204" pitchFamily="34" charset="0"/>
            </a:endParaRPr>
          </a:p>
        </p:txBody>
      </p:sp>
      <p:sp>
        <p:nvSpPr>
          <p:cNvPr id="11" name="Slide Number Placeholder 10"/>
          <p:cNvSpPr>
            <a:spLocks noGrp="1"/>
          </p:cNvSpPr>
          <p:nvPr>
            <p:ph type="sldNum" sz="quarter" idx="22"/>
          </p:nvPr>
        </p:nvSpPr>
        <p:spPr/>
        <p:txBody>
          <a:bodyPr/>
          <a:lstStyle/>
          <a:p>
            <a:fld id="{B5CEABB6-07DC-46E8-9B57-56EC44A396E5}" type="slidenum">
              <a:rPr lang="en-US" smtClean="0">
                <a:latin typeface="Arial" panose="020B0604020202020204" pitchFamily="34" charset="0"/>
                <a:cs typeface="Arial" panose="020B0604020202020204" pitchFamily="34" charset="0"/>
              </a:rPr>
            </a:fld>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latin typeface="Arial" panose="020B0604020202020204" pitchFamily="34" charset="0"/>
                <a:cs typeface="Arial" panose="020B0604020202020204" pitchFamily="34" charset="0"/>
              </a:rPr>
              <a:t>challenges</a:t>
            </a:r>
            <a:endParaRPr lang="en-IN" sz="3200" b="1" dirty="0">
              <a:latin typeface="Arial" panose="020B0604020202020204" pitchFamily="34" charset="0"/>
              <a:cs typeface="Arial" panose="020B0604020202020204" pitchFamily="34" charset="0"/>
            </a:endParaRPr>
          </a:p>
        </p:txBody>
      </p:sp>
      <p:sp>
        <p:nvSpPr>
          <p:cNvPr id="3" name="Text Placeholder 2"/>
          <p:cNvSpPr>
            <a:spLocks noGrp="1"/>
          </p:cNvSpPr>
          <p:nvPr>
            <p:ph type="body" idx="1"/>
          </p:nvPr>
        </p:nvSpPr>
        <p:spPr>
          <a:xfrm>
            <a:off x="2631190" y="2217740"/>
            <a:ext cx="3311679" cy="3332834"/>
          </a:xfrm>
        </p:spPr>
        <p:txBody>
          <a:bodyPr/>
          <a:lstStyle/>
          <a:p>
            <a:pPr marL="342900" indent="-342900">
              <a:buFont typeface="Arial" panose="020B0604020202020204" pitchFamily="34" charset="0"/>
              <a:buChar char="•"/>
            </a:pPr>
            <a:r>
              <a:rPr lang="en-US" sz="2200" b="1" dirty="0">
                <a:latin typeface="Arial" panose="020B0604020202020204" pitchFamily="34" charset="0"/>
                <a:cs typeface="Arial" panose="020B0604020202020204" pitchFamily="34" charset="0"/>
              </a:rPr>
              <a:t>False Positives in Foggy Environments</a:t>
            </a:r>
            <a:r>
              <a:rPr lang="en-US" sz="2200" dirty="0">
                <a:latin typeface="Arial" panose="020B0604020202020204" pitchFamily="34" charset="0"/>
                <a:cs typeface="Arial" panose="020B0604020202020204" pitchFamily="34" charset="0"/>
              </a:rPr>
              <a:t>: </a:t>
            </a:r>
            <a:r>
              <a:rPr lang="en-US" sz="2200" cap="none" dirty="0">
                <a:latin typeface="Arial" panose="020B0604020202020204" pitchFamily="34" charset="0"/>
                <a:cs typeface="Arial" panose="020B0604020202020204" pitchFamily="34" charset="0"/>
              </a:rPr>
              <a:t>Difficulty in distinguishing between actual threats and fog or environmental anomalies.</a:t>
            </a:r>
            <a:endParaRPr lang="en-US" sz="2200" cap="none" dirty="0">
              <a:latin typeface="Arial" panose="020B0604020202020204" pitchFamily="34" charset="0"/>
              <a:cs typeface="Arial" panose="020B0604020202020204" pitchFamily="34" charset="0"/>
            </a:endParaRPr>
          </a:p>
          <a:p>
            <a:endParaRPr lang="en-IN" sz="2200" cap="none" dirty="0">
              <a:latin typeface="Arial" panose="020B0604020202020204" pitchFamily="34" charset="0"/>
              <a:cs typeface="Arial" panose="020B0604020202020204" pitchFamily="34" charset="0"/>
            </a:endParaRPr>
          </a:p>
        </p:txBody>
      </p:sp>
      <p:sp>
        <p:nvSpPr>
          <p:cNvPr id="9" name="Date Placeholder 8"/>
          <p:cNvSpPr>
            <a:spLocks noGrp="1"/>
          </p:cNvSpPr>
          <p:nvPr>
            <p:ph type="dt" sz="half" idx="10"/>
          </p:nvPr>
        </p:nvSpPr>
        <p:spPr/>
        <p:txBody>
          <a:bodyPr/>
          <a:lstStyle/>
          <a:p>
            <a:r>
              <a:rPr lang="en-US">
                <a:latin typeface="Arial" panose="020B0604020202020204" pitchFamily="34" charset="0"/>
                <a:cs typeface="Arial" panose="020B0604020202020204" pitchFamily="34" charset="0"/>
              </a:rPr>
              <a:t>20XX</a:t>
            </a:r>
            <a:endParaRPr lang="en-US" dirty="0">
              <a:latin typeface="Arial" panose="020B0604020202020204" pitchFamily="34" charset="0"/>
              <a:cs typeface="Arial" panose="020B0604020202020204" pitchFamily="34" charset="0"/>
            </a:endParaRPr>
          </a:p>
        </p:txBody>
      </p:sp>
      <p:sp>
        <p:nvSpPr>
          <p:cNvPr id="10" name="Footer Placeholder 9"/>
          <p:cNvSpPr>
            <a:spLocks noGrp="1"/>
          </p:cNvSpPr>
          <p:nvPr>
            <p:ph type="ftr" sz="quarter" idx="11"/>
          </p:nvPr>
        </p:nvSpPr>
        <p:spPr/>
        <p:txBody>
          <a:bodyPr/>
          <a:lstStyle/>
          <a:p>
            <a:r>
              <a:rPr lang="en-US" dirty="0">
                <a:latin typeface="Arial" panose="020B0604020202020204" pitchFamily="34" charset="0"/>
                <a:cs typeface="Arial" panose="020B0604020202020204" pitchFamily="34" charset="0"/>
              </a:rPr>
              <a:t>Pitch Deck</a:t>
            </a:r>
            <a:endParaRPr lang="en-US" dirty="0">
              <a:latin typeface="Arial" panose="020B0604020202020204" pitchFamily="34" charset="0"/>
              <a:cs typeface="Arial" panose="020B0604020202020204" pitchFamily="34" charset="0"/>
            </a:endParaRPr>
          </a:p>
        </p:txBody>
      </p:sp>
      <p:sp>
        <p:nvSpPr>
          <p:cNvPr id="11" name="Slide Number Placeholder 10"/>
          <p:cNvSpPr>
            <a:spLocks noGrp="1"/>
          </p:cNvSpPr>
          <p:nvPr>
            <p:ph type="sldNum" sz="quarter" idx="12"/>
          </p:nvPr>
        </p:nvSpPr>
        <p:spPr>
          <a:xfrm>
            <a:off x="8610600" y="6356349"/>
            <a:ext cx="2743200" cy="365125"/>
          </a:xfrm>
        </p:spPr>
        <p:txBody>
          <a:bodyPr/>
          <a:lstStyle/>
          <a:p>
            <a:fld id="{B5CEABB6-07DC-46E8-9B57-56EC44A396E5}" type="slidenum">
              <a:rPr lang="en-US" smtClean="0">
                <a:latin typeface="Arial" panose="020B0604020202020204" pitchFamily="34" charset="0"/>
                <a:cs typeface="Arial" panose="020B0604020202020204" pitchFamily="34" charset="0"/>
              </a:rPr>
            </a:fld>
            <a:endParaRPr lang="en-US" dirty="0">
              <a:latin typeface="Arial" panose="020B0604020202020204" pitchFamily="34" charset="0"/>
              <a:cs typeface="Arial" panose="020B0604020202020204" pitchFamily="34" charset="0"/>
            </a:endParaRPr>
          </a:p>
        </p:txBody>
      </p:sp>
      <p:sp>
        <p:nvSpPr>
          <p:cNvPr id="12" name="Text Placeholder 2"/>
          <p:cNvSpPr txBox="1"/>
          <p:nvPr/>
        </p:nvSpPr>
        <p:spPr>
          <a:xfrm>
            <a:off x="6848020" y="2039007"/>
            <a:ext cx="3311679" cy="2990866"/>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lang="en-US" sz="2000" kern="1200" cap="all" spc="150" baseline="0" dirty="0" smtClean="0">
                <a:solidFill>
                  <a:schemeClr val="tx1">
                    <a:lumMod val="75000"/>
                    <a:lumOff val="25000"/>
                  </a:schemeClr>
                </a:solidFill>
                <a:latin typeface="+mj-lt"/>
                <a:ea typeface="+mj-ea"/>
                <a:cs typeface="+mj-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lumMod val="75000"/>
                    <a:lumOff val="2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lumMod val="75000"/>
                    <a:lumOff val="2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342900" indent="-342900">
              <a:buFont typeface="Arial" panose="020B0604020202020204" pitchFamily="34" charset="0"/>
              <a:buChar char="•"/>
            </a:pPr>
            <a:r>
              <a:rPr lang="en-US" sz="2200" b="1" dirty="0">
                <a:latin typeface="Arial" panose="020B0604020202020204" pitchFamily="34" charset="0"/>
                <a:cs typeface="Arial" panose="020B0604020202020204" pitchFamily="34" charset="0"/>
              </a:rPr>
              <a:t>Less Accurate Smoke Detection in Low-Light Conditions</a:t>
            </a:r>
            <a:r>
              <a:rPr lang="en-US" sz="2200" dirty="0">
                <a:latin typeface="Arial" panose="020B0604020202020204" pitchFamily="34" charset="0"/>
                <a:cs typeface="Arial" panose="020B0604020202020204" pitchFamily="34" charset="0"/>
              </a:rPr>
              <a:t>: </a:t>
            </a:r>
            <a:r>
              <a:rPr lang="en-US" sz="2200" cap="none" dirty="0">
                <a:latin typeface="Arial" panose="020B0604020202020204" pitchFamily="34" charset="0"/>
                <a:cs typeface="Arial" panose="020B0604020202020204" pitchFamily="34" charset="0"/>
              </a:rPr>
              <a:t>Reduced visibility making it hard to accurately detect smoke</a:t>
            </a:r>
            <a:r>
              <a:rPr lang="en-US" sz="2200" dirty="0">
                <a:latin typeface="Arial" panose="020B0604020202020204" pitchFamily="34" charset="0"/>
                <a:cs typeface="Arial" panose="020B0604020202020204" pitchFamily="34" charset="0"/>
              </a:rPr>
              <a:t>.</a:t>
            </a:r>
            <a:endParaRPr lang="en-US" sz="2200" cap="none" dirty="0">
              <a:latin typeface="Arial" panose="020B06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p:txBody>
          <a:bodyPr>
            <a:noAutofit/>
          </a:bodyPr>
          <a:lstStyle/>
          <a:p>
            <a:r>
              <a:rPr lang="en-US" sz="3200" b="1" dirty="0">
                <a:latin typeface="Arial" panose="020B0604020202020204" pitchFamily="34" charset="0"/>
                <a:cs typeface="Arial" panose="020B0604020202020204" pitchFamily="34" charset="0"/>
              </a:rPr>
              <a:t>Potential improvements</a:t>
            </a:r>
            <a:endParaRPr lang="en-IN" sz="3200" b="1" dirty="0">
              <a:latin typeface="Arial" panose="020B0604020202020204" pitchFamily="34" charset="0"/>
              <a:cs typeface="Arial" panose="020B0604020202020204" pitchFamily="34" charset="0"/>
            </a:endParaRPr>
          </a:p>
        </p:txBody>
      </p:sp>
      <p:sp>
        <p:nvSpPr>
          <p:cNvPr id="15" name="Text Placeholder 14"/>
          <p:cNvSpPr>
            <a:spLocks noGrp="1"/>
          </p:cNvSpPr>
          <p:nvPr>
            <p:ph type="body" sz="quarter" idx="13"/>
          </p:nvPr>
        </p:nvSpPr>
        <p:spPr>
          <a:xfrm>
            <a:off x="5922254" y="2469515"/>
            <a:ext cx="5433204" cy="819174"/>
          </a:xfrm>
        </p:spPr>
        <p:txBody>
          <a:bodyPr>
            <a:noAutofit/>
          </a:bodyPr>
          <a:lstStyle/>
          <a:p>
            <a:pPr marL="342900" indent="-342900">
              <a:buFont typeface="Wingdings" panose="05000000000000000000" pitchFamily="2" charset="2"/>
              <a:buChar char="ü"/>
            </a:pPr>
            <a:r>
              <a:rPr lang="en-US" sz="2200" cap="none" dirty="0">
                <a:latin typeface="Arial" panose="020B0604020202020204" pitchFamily="34" charset="0"/>
                <a:cs typeface="Arial" panose="020B0604020202020204" pitchFamily="34" charset="0"/>
              </a:rPr>
              <a:t>Incorporating additional data for night-time detection.</a:t>
            </a:r>
            <a:endParaRPr lang="en-US" sz="2200" cap="none" dirty="0">
              <a:latin typeface="Arial" panose="020B0604020202020204" pitchFamily="34" charset="0"/>
              <a:cs typeface="Arial" panose="020B0604020202020204" pitchFamily="34" charset="0"/>
            </a:endParaRPr>
          </a:p>
          <a:p>
            <a:endParaRPr lang="en-IN" sz="2200" cap="none" dirty="0">
              <a:latin typeface="Arial" panose="020B0604020202020204" pitchFamily="34" charset="0"/>
              <a:cs typeface="Arial" panose="020B0604020202020204" pitchFamily="34" charset="0"/>
            </a:endParaRPr>
          </a:p>
        </p:txBody>
      </p:sp>
      <p:sp>
        <p:nvSpPr>
          <p:cNvPr id="17" name="Text Placeholder 16"/>
          <p:cNvSpPr>
            <a:spLocks noGrp="1"/>
          </p:cNvSpPr>
          <p:nvPr>
            <p:ph type="body" sz="quarter" idx="23"/>
          </p:nvPr>
        </p:nvSpPr>
        <p:spPr/>
        <p:txBody>
          <a:bodyPr>
            <a:noAutofit/>
          </a:bodyPr>
          <a:lstStyle/>
          <a:p>
            <a:pPr marL="342900" indent="-342900">
              <a:buFont typeface="Wingdings" panose="05000000000000000000" pitchFamily="2" charset="2"/>
              <a:buChar char="ü"/>
            </a:pPr>
            <a:r>
              <a:rPr lang="en-US" sz="2200" cap="none" dirty="0">
                <a:solidFill>
                  <a:schemeClr val="tx1"/>
                </a:solidFill>
                <a:latin typeface="Arial" panose="020B0604020202020204" pitchFamily="34" charset="0"/>
                <a:cs typeface="Arial" panose="020B0604020202020204" pitchFamily="34" charset="0"/>
              </a:rPr>
              <a:t>Using more advanced architectures </a:t>
            </a:r>
            <a:r>
              <a:rPr lang="en-US" sz="2200" cap="none" dirty="0">
                <a:latin typeface="Arial" panose="020B0604020202020204" pitchFamily="34" charset="0"/>
                <a:cs typeface="Arial" panose="020B0604020202020204" pitchFamily="34" charset="0"/>
              </a:rPr>
              <a:t>like </a:t>
            </a:r>
            <a:r>
              <a:rPr lang="en-US" sz="2200" cap="none" dirty="0" err="1">
                <a:latin typeface="Arial" panose="020B0604020202020204" pitchFamily="34" charset="0"/>
                <a:cs typeface="Arial" panose="020B0604020202020204" pitchFamily="34" charset="0"/>
              </a:rPr>
              <a:t>resnet</a:t>
            </a:r>
            <a:r>
              <a:rPr lang="en-US" sz="2200" cap="none" dirty="0">
                <a:latin typeface="Arial" panose="020B0604020202020204" pitchFamily="34" charset="0"/>
                <a:cs typeface="Arial" panose="020B0604020202020204" pitchFamily="34" charset="0"/>
              </a:rPr>
              <a:t> or </a:t>
            </a:r>
            <a:r>
              <a:rPr lang="en-US" sz="2200" cap="none" dirty="0" err="1">
                <a:latin typeface="Arial" panose="020B0604020202020204" pitchFamily="34" charset="0"/>
                <a:cs typeface="Arial" panose="020B0604020202020204" pitchFamily="34" charset="0"/>
              </a:rPr>
              <a:t>mobilenet</a:t>
            </a:r>
            <a:r>
              <a:rPr lang="en-US" sz="2200" cap="none" dirty="0">
                <a:latin typeface="Arial" panose="020B0604020202020204" pitchFamily="34" charset="0"/>
                <a:cs typeface="Arial" panose="020B0604020202020204" pitchFamily="34" charset="0"/>
              </a:rPr>
              <a:t> for improved accuracy.</a:t>
            </a:r>
            <a:endParaRPr lang="en-US" sz="2200" cap="none" dirty="0">
              <a:latin typeface="Arial" panose="020B0604020202020204" pitchFamily="34" charset="0"/>
              <a:cs typeface="Arial" panose="020B0604020202020204" pitchFamily="34" charset="0"/>
            </a:endParaRPr>
          </a:p>
          <a:p>
            <a:endParaRPr lang="en-IN" sz="2200" dirty="0">
              <a:latin typeface="Arial" panose="020B0604020202020204" pitchFamily="34" charset="0"/>
              <a:cs typeface="Arial" panose="020B0604020202020204" pitchFamily="34" charset="0"/>
            </a:endParaRPr>
          </a:p>
        </p:txBody>
      </p:sp>
      <p:sp>
        <p:nvSpPr>
          <p:cNvPr id="9" name="Date Placeholder 8"/>
          <p:cNvSpPr>
            <a:spLocks noGrp="1"/>
          </p:cNvSpPr>
          <p:nvPr>
            <p:ph type="dt" sz="half" idx="10"/>
          </p:nvPr>
        </p:nvSpPr>
        <p:spPr/>
        <p:txBody>
          <a:bodyPr/>
          <a:lstStyle/>
          <a:p>
            <a:r>
              <a:rPr lang="en-US">
                <a:latin typeface="Arial" panose="020B0604020202020204" pitchFamily="34" charset="0"/>
                <a:cs typeface="Arial" panose="020B0604020202020204" pitchFamily="34" charset="0"/>
              </a:rPr>
              <a:t>20XX</a:t>
            </a:r>
            <a:endParaRPr lang="en-US" dirty="0">
              <a:latin typeface="Arial" panose="020B0604020202020204" pitchFamily="34" charset="0"/>
              <a:cs typeface="Arial" panose="020B0604020202020204" pitchFamily="34" charset="0"/>
            </a:endParaRPr>
          </a:p>
        </p:txBody>
      </p:sp>
      <p:sp>
        <p:nvSpPr>
          <p:cNvPr id="11" name="Slide Number Placeholder 10"/>
          <p:cNvSpPr>
            <a:spLocks noGrp="1"/>
          </p:cNvSpPr>
          <p:nvPr>
            <p:ph type="sldNum" sz="quarter" idx="12"/>
          </p:nvPr>
        </p:nvSpPr>
        <p:spPr/>
        <p:txBody>
          <a:bodyPr/>
          <a:lstStyle/>
          <a:p>
            <a:fld id="{B5CEABB6-07DC-46E8-9B57-56EC44A396E5}" type="slidenum">
              <a:rPr lang="en-US" smtClean="0">
                <a:latin typeface="Arial" panose="020B0604020202020204" pitchFamily="34" charset="0"/>
                <a:cs typeface="Arial" panose="020B0604020202020204" pitchFamily="34" charset="0"/>
              </a:rPr>
            </a:fld>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p:txBody>
          <a:bodyPr>
            <a:normAutofit/>
          </a:bodyPr>
          <a:lstStyle/>
          <a:p>
            <a:r>
              <a:rPr lang="en-US" sz="3200" b="1" dirty="0">
                <a:latin typeface="Arial" panose="020B0604020202020204" pitchFamily="34" charset="0"/>
                <a:cs typeface="Arial" panose="020B0604020202020204" pitchFamily="34" charset="0"/>
              </a:rPr>
              <a:t>Future directions</a:t>
            </a:r>
            <a:endParaRPr lang="en-IN" sz="3200" b="1" dirty="0">
              <a:latin typeface="Arial" panose="020B0604020202020204" pitchFamily="34" charset="0"/>
              <a:cs typeface="Arial" panose="020B0604020202020204" pitchFamily="34" charset="0"/>
            </a:endParaRPr>
          </a:p>
        </p:txBody>
      </p:sp>
      <p:sp>
        <p:nvSpPr>
          <p:cNvPr id="15" name="Text Placeholder 14"/>
          <p:cNvSpPr>
            <a:spLocks noGrp="1"/>
          </p:cNvSpPr>
          <p:nvPr>
            <p:ph type="body" idx="1"/>
          </p:nvPr>
        </p:nvSpPr>
        <p:spPr/>
        <p:txBody>
          <a:bodyPr>
            <a:noAutofit/>
          </a:bodyPr>
          <a:lstStyle/>
          <a:p>
            <a:pPr>
              <a:buFont typeface="Arial" panose="020B0604020202020204" pitchFamily="34" charset="0"/>
              <a:buChar char="•"/>
            </a:pPr>
            <a:endParaRPr lang="en-US" sz="2200" dirty="0">
              <a:latin typeface="Arial" panose="020B0604020202020204" pitchFamily="34" charset="0"/>
              <a:cs typeface="Arial" panose="020B0604020202020204" pitchFamily="34" charset="0"/>
            </a:endParaRPr>
          </a:p>
          <a:p>
            <a:pPr marL="342900" lvl="1" indent="-342900">
              <a:spcBef>
                <a:spcPts val="1000"/>
              </a:spcBef>
              <a:buFont typeface="Wingdings" panose="05000000000000000000" pitchFamily="2" charset="2"/>
              <a:buChar char="ü"/>
            </a:pPr>
            <a:r>
              <a:rPr lang="en-US" sz="2200" spc="150" dirty="0">
                <a:solidFill>
                  <a:schemeClr val="tx1"/>
                </a:solidFill>
                <a:latin typeface="Arial" panose="020B0604020202020204" pitchFamily="34" charset="0"/>
                <a:ea typeface="+mj-ea"/>
                <a:cs typeface="Arial" panose="020B0604020202020204" pitchFamily="34" charset="0"/>
              </a:rPr>
              <a:t>Incorporating IoT-based sensors for enhanced detection.</a:t>
            </a:r>
            <a:endParaRPr lang="en-US" sz="2200" spc="150" dirty="0">
              <a:solidFill>
                <a:schemeClr val="tx1"/>
              </a:solidFill>
              <a:latin typeface="Arial" panose="020B0604020202020204" pitchFamily="34" charset="0"/>
              <a:ea typeface="+mj-ea"/>
              <a:cs typeface="Arial" panose="020B0604020202020204" pitchFamily="34" charset="0"/>
            </a:endParaRPr>
          </a:p>
          <a:p>
            <a:pPr marL="342900" lvl="1" indent="-342900">
              <a:spcBef>
                <a:spcPts val="1000"/>
              </a:spcBef>
              <a:buFont typeface="Wingdings" panose="05000000000000000000" pitchFamily="2" charset="2"/>
              <a:buChar char="ü"/>
            </a:pPr>
            <a:r>
              <a:rPr lang="en-US" sz="2200" spc="150" dirty="0">
                <a:solidFill>
                  <a:schemeClr val="tx1"/>
                </a:solidFill>
                <a:latin typeface="Arial" panose="020B0604020202020204" pitchFamily="34" charset="0"/>
                <a:ea typeface="+mj-ea"/>
                <a:cs typeface="Arial" panose="020B0604020202020204" pitchFamily="34" charset="0"/>
              </a:rPr>
              <a:t>Developing a mobile app for user-friendly real-time alerts</a:t>
            </a:r>
            <a:r>
              <a:rPr lang="en-US" sz="2200" dirty="0">
                <a:latin typeface="Arial" panose="020B0604020202020204" pitchFamily="34" charset="0"/>
                <a:cs typeface="Arial" panose="020B0604020202020204" pitchFamily="34" charset="0"/>
              </a:rPr>
              <a:t>.</a:t>
            </a:r>
            <a:endParaRPr lang="en-US" sz="2200" dirty="0">
              <a:latin typeface="Arial" panose="020B0604020202020204" pitchFamily="34" charset="0"/>
              <a:cs typeface="Arial" panose="020B0604020202020204" pitchFamily="34" charset="0"/>
            </a:endParaRPr>
          </a:p>
          <a:p>
            <a:endParaRPr lang="en-IN" sz="2200" dirty="0">
              <a:latin typeface="Arial" panose="020B0604020202020204" pitchFamily="34" charset="0"/>
              <a:cs typeface="Arial" panose="020B0604020202020204" pitchFamily="34" charset="0"/>
            </a:endParaRPr>
          </a:p>
        </p:txBody>
      </p:sp>
      <p:sp>
        <p:nvSpPr>
          <p:cNvPr id="9" name="Date Placeholder 8"/>
          <p:cNvSpPr>
            <a:spLocks noGrp="1"/>
          </p:cNvSpPr>
          <p:nvPr>
            <p:ph type="dt" sz="half" idx="10"/>
          </p:nvPr>
        </p:nvSpPr>
        <p:spPr/>
        <p:txBody>
          <a:bodyPr/>
          <a:lstStyle/>
          <a:p>
            <a:r>
              <a:rPr lang="en-US">
                <a:latin typeface="Arial" panose="020B0604020202020204" pitchFamily="34" charset="0"/>
                <a:cs typeface="Arial" panose="020B0604020202020204" pitchFamily="34" charset="0"/>
              </a:rPr>
              <a:t>20XX</a:t>
            </a:r>
            <a:endParaRPr lang="en-US" dirty="0">
              <a:latin typeface="Arial" panose="020B0604020202020204" pitchFamily="34" charset="0"/>
              <a:cs typeface="Arial" panose="020B0604020202020204" pitchFamily="34" charset="0"/>
            </a:endParaRPr>
          </a:p>
        </p:txBody>
      </p:sp>
      <p:sp>
        <p:nvSpPr>
          <p:cNvPr id="10" name="Footer Placeholder 9"/>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Pitch Deck</a:t>
            </a:r>
            <a:endParaRPr lang="en-US" dirty="0">
              <a:latin typeface="Arial" panose="020B0604020202020204" pitchFamily="34" charset="0"/>
              <a:cs typeface="Arial" panose="020B0604020202020204" pitchFamily="34" charset="0"/>
            </a:endParaRPr>
          </a:p>
        </p:txBody>
      </p:sp>
      <p:sp>
        <p:nvSpPr>
          <p:cNvPr id="11" name="Slide Number Placeholder 10"/>
          <p:cNvSpPr>
            <a:spLocks noGrp="1"/>
          </p:cNvSpPr>
          <p:nvPr>
            <p:ph type="sldNum" sz="quarter" idx="12"/>
          </p:nvPr>
        </p:nvSpPr>
        <p:spPr/>
        <p:txBody>
          <a:bodyPr/>
          <a:lstStyle/>
          <a:p>
            <a:fld id="{B5CEABB6-07DC-46E8-9B57-56EC44A396E5}" type="slidenum">
              <a:rPr lang="en-US" smtClean="0">
                <a:latin typeface="Arial" panose="020B0604020202020204" pitchFamily="34" charset="0"/>
                <a:cs typeface="Arial" panose="020B0604020202020204" pitchFamily="34" charset="0"/>
              </a:rPr>
            </a:fld>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852108" y="597887"/>
            <a:ext cx="8421688" cy="1325563"/>
          </a:xfrm>
        </p:spPr>
        <p:txBody>
          <a:bodyPr/>
          <a:lstStyle/>
          <a:p>
            <a:r>
              <a:rPr lang="en-IN" sz="4000" b="1" dirty="0">
                <a:latin typeface="Arial" panose="020B0604020202020204" pitchFamily="34" charset="0"/>
                <a:cs typeface="Arial" panose="020B0604020202020204" pitchFamily="34" charset="0"/>
              </a:rPr>
              <a:t>Conclusion</a:t>
            </a:r>
            <a:endParaRPr lang="en-IN" b="1" dirty="0">
              <a:latin typeface="Arial" panose="020B0604020202020204" pitchFamily="34" charset="0"/>
              <a:cs typeface="Arial" panose="020B0604020202020204" pitchFamily="34" charset="0"/>
            </a:endParaRPr>
          </a:p>
        </p:txBody>
      </p:sp>
      <p:sp>
        <p:nvSpPr>
          <p:cNvPr id="5" name="Text Placeholder 4"/>
          <p:cNvSpPr>
            <a:spLocks noGrp="1"/>
          </p:cNvSpPr>
          <p:nvPr>
            <p:ph type="body" idx="1"/>
          </p:nvPr>
        </p:nvSpPr>
        <p:spPr>
          <a:xfrm>
            <a:off x="2933700" y="2217740"/>
            <a:ext cx="3924300" cy="1923788"/>
          </a:xfrm>
        </p:spPr>
        <p:txBody>
          <a:bodyPr/>
          <a:lstStyle/>
          <a:p>
            <a:r>
              <a:rPr lang="en-US" sz="3200" b="1" dirty="0">
                <a:latin typeface="Arial" panose="020B0604020202020204" pitchFamily="34" charset="0"/>
                <a:cs typeface="Arial" panose="020B0604020202020204" pitchFamily="34" charset="0"/>
              </a:rPr>
              <a:t>Summary</a:t>
            </a:r>
            <a:r>
              <a:rPr lang="en-US" sz="3200" dirty="0">
                <a:latin typeface="Arial" panose="020B0604020202020204" pitchFamily="34" charset="0"/>
                <a:cs typeface="Arial" panose="020B0604020202020204" pitchFamily="34" charset="0"/>
              </a:rPr>
              <a:t>:</a:t>
            </a:r>
            <a:endParaRPr lang="en-US" sz="3200"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A robust smoke and fire detection system using CNN was developed with promising results.</a:t>
            </a:r>
            <a:endParaRPr lang="en-US" sz="2200" dirty="0">
              <a:latin typeface="Arial" panose="020B0604020202020204" pitchFamily="34" charset="0"/>
              <a:cs typeface="Arial" panose="020B0604020202020204" pitchFamily="34" charset="0"/>
            </a:endParaRPr>
          </a:p>
        </p:txBody>
      </p:sp>
      <p:sp>
        <p:nvSpPr>
          <p:cNvPr id="12" name="Date Placeholder 11"/>
          <p:cNvSpPr>
            <a:spLocks noGrp="1"/>
          </p:cNvSpPr>
          <p:nvPr>
            <p:ph type="dt" sz="half" idx="10"/>
          </p:nvPr>
        </p:nvSpPr>
        <p:spPr>
          <a:xfrm>
            <a:off x="838200" y="6356350"/>
            <a:ext cx="2743200" cy="365125"/>
          </a:xfrm>
        </p:spPr>
        <p:txBody>
          <a:bodyPr/>
          <a:lstStyle/>
          <a:p>
            <a:r>
              <a:rPr lang="en-US" dirty="0">
                <a:latin typeface="Arial" panose="020B0604020202020204" pitchFamily="34" charset="0"/>
                <a:cs typeface="Arial" panose="020B0604020202020204" pitchFamily="34" charset="0"/>
              </a:rPr>
              <a:t>20XX</a:t>
            </a:r>
            <a:endParaRPr lang="en-US" dirty="0">
              <a:latin typeface="Arial" panose="020B0604020202020204" pitchFamily="34" charset="0"/>
              <a:cs typeface="Arial" panose="020B0604020202020204" pitchFamily="34" charset="0"/>
            </a:endParaRPr>
          </a:p>
        </p:txBody>
      </p:sp>
      <p:sp>
        <p:nvSpPr>
          <p:cNvPr id="13" name="Footer Placeholder 12"/>
          <p:cNvSpPr>
            <a:spLocks noGrp="1"/>
          </p:cNvSpPr>
          <p:nvPr>
            <p:ph type="ftr" sz="quarter" idx="11"/>
          </p:nvPr>
        </p:nvSpPr>
        <p:spPr>
          <a:xfrm>
            <a:off x="4038600" y="6356350"/>
            <a:ext cx="4114800" cy="365125"/>
          </a:xfrm>
        </p:spPr>
        <p:txBody>
          <a:bodyPr/>
          <a:lstStyle/>
          <a:p>
            <a:r>
              <a:rPr lang="en-US" dirty="0">
                <a:latin typeface="Arial" panose="020B0604020202020204" pitchFamily="34" charset="0"/>
                <a:cs typeface="Arial" panose="020B0604020202020204" pitchFamily="34" charset="0"/>
              </a:rPr>
              <a:t>Pitch Deck</a:t>
            </a:r>
            <a:endParaRPr lang="en-US" dirty="0">
              <a:latin typeface="Arial" panose="020B0604020202020204" pitchFamily="34" charset="0"/>
              <a:cs typeface="Arial" panose="020B0604020202020204" pitchFamily="34" charset="0"/>
            </a:endParaRPr>
          </a:p>
        </p:txBody>
      </p:sp>
      <p:sp>
        <p:nvSpPr>
          <p:cNvPr id="14" name="Slide Number Placeholder 13"/>
          <p:cNvSpPr>
            <a:spLocks noGrp="1"/>
          </p:cNvSpPr>
          <p:nvPr>
            <p:ph type="sldNum" sz="quarter" idx="12"/>
          </p:nvPr>
        </p:nvSpPr>
        <p:spPr>
          <a:xfrm>
            <a:off x="8610600" y="6356350"/>
            <a:ext cx="2743200" cy="365125"/>
          </a:xfrm>
        </p:spPr>
        <p:txBody>
          <a:bodyPr/>
          <a:lstStyle/>
          <a:p>
            <a:fld id="{B5CEABB6-07DC-46E8-9B57-56EC44A396E5}" type="slidenum">
              <a:rPr lang="en-US" smtClean="0">
                <a:latin typeface="Arial" panose="020B0604020202020204" pitchFamily="34" charset="0"/>
                <a:cs typeface="Arial" panose="020B0604020202020204" pitchFamily="34" charset="0"/>
              </a:rPr>
            </a:fld>
            <a:endParaRPr lang="en-US" dirty="0">
              <a:latin typeface="Arial" panose="020B0604020202020204" pitchFamily="34" charset="0"/>
              <a:cs typeface="Arial" panose="020B0604020202020204" pitchFamily="34" charset="0"/>
            </a:endParaRPr>
          </a:p>
        </p:txBody>
      </p:sp>
      <p:sp>
        <p:nvSpPr>
          <p:cNvPr id="16" name="Rectangle 7"/>
          <p:cNvSpPr>
            <a:spLocks noGrp="1" noChangeArrowheads="1"/>
          </p:cNvSpPr>
          <p:nvPr>
            <p:ph sz="quarter" idx="4"/>
          </p:nvPr>
        </p:nvSpPr>
        <p:spPr bwMode="auto">
          <a:xfrm>
            <a:off x="7062952" y="3362989"/>
            <a:ext cx="4661338"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en-US" altLang="en-US" sz="3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Key Takeaways</a:t>
            </a:r>
            <a:r>
              <a:rPr kumimoji="0" lang="en-US" altLang="en-US" sz="3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endParaRPr kumimoji="0" lang="en-US" altLang="en-US" sz="3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High accuracy achieved on both training and validation datasets.</a:t>
            </a:r>
            <a:endPar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Real-time detection was successfully implemented and tested.</a:t>
            </a:r>
            <a:endParaRPr kumimoji="0" lang="en-US" altLang="en-US" sz="22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b="1" dirty="0">
                <a:latin typeface="Arial" panose="020B0604020202020204" pitchFamily="34" charset="0"/>
                <a:cs typeface="Arial" panose="020B0604020202020204" pitchFamily="34" charset="0"/>
              </a:rPr>
              <a:t>References</a:t>
            </a:r>
            <a:endParaRPr lang="en-IN" sz="4000" b="1" dirty="0">
              <a:latin typeface="Arial" panose="020B0604020202020204" pitchFamily="34" charset="0"/>
              <a:cs typeface="Arial" panose="020B0604020202020204" pitchFamily="34" charset="0"/>
            </a:endParaRPr>
          </a:p>
        </p:txBody>
      </p:sp>
      <p:sp>
        <p:nvSpPr>
          <p:cNvPr id="3" name="Date Placeholder 2"/>
          <p:cNvSpPr>
            <a:spLocks noGrp="1"/>
          </p:cNvSpPr>
          <p:nvPr>
            <p:ph type="dt" sz="half" idx="10"/>
          </p:nvPr>
        </p:nvSpPr>
        <p:spPr/>
        <p:txBody>
          <a:bodyPr/>
          <a:lstStyle/>
          <a:p>
            <a:r>
              <a:rPr lang="en-US" dirty="0"/>
              <a:t>20XX</a:t>
            </a:r>
            <a:endParaRPr lang="en-US" dirty="0"/>
          </a:p>
        </p:txBody>
      </p:sp>
      <p:sp>
        <p:nvSpPr>
          <p:cNvPr id="76" name="Content Placeholder 75"/>
          <p:cNvSpPr>
            <a:spLocks noGrp="1"/>
          </p:cNvSpPr>
          <p:nvPr>
            <p:ph sz="quarter" idx="16"/>
          </p:nvPr>
        </p:nvSpPr>
        <p:spPr/>
        <p:txBody>
          <a:bodyPr>
            <a:normAutofit lnSpcReduction="10000"/>
          </a:bodyPr>
          <a:lstStyle/>
          <a:p>
            <a:pPr marL="514350" indent="-514350">
              <a:buFont typeface="+mj-lt"/>
              <a:buAutoNum type="arabicPeriod"/>
            </a:pPr>
            <a:r>
              <a:rPr lang="en-US" sz="2380" b="1" dirty="0">
                <a:latin typeface="Arial" panose="020B0604020202020204" pitchFamily="34" charset="0"/>
                <a:cs typeface="Arial" panose="020B0604020202020204" pitchFamily="34" charset="0"/>
              </a:rPr>
              <a:t>Yuan, F., Sun, J., &amp; Wan, Z. (2018)</a:t>
            </a:r>
            <a:r>
              <a:rPr lang="en-US" sz="2380" dirty="0">
                <a:latin typeface="Arial" panose="020B0604020202020204" pitchFamily="34" charset="0"/>
                <a:cs typeface="Arial" panose="020B0604020202020204" pitchFamily="34" charset="0"/>
              </a:rPr>
              <a:t> - "Deep learning fire detection in surveillance for complex scenarios." DOI: </a:t>
            </a:r>
            <a:r>
              <a:rPr lang="en-US" sz="2380" dirty="0">
                <a:latin typeface="Arial" panose="020B0604020202020204" pitchFamily="34" charset="0"/>
                <a:cs typeface="Arial" panose="020B0604020202020204" pitchFamily="34" charset="0"/>
                <a:hlinkClick r:id="rId1"/>
              </a:rPr>
              <a:t>10.1109/ACCESS.2018.2800655</a:t>
            </a:r>
            <a:endParaRPr lang="en-US" sz="2380" dirty="0">
              <a:latin typeface="Arial" panose="020B0604020202020204" pitchFamily="34" charset="0"/>
              <a:cs typeface="Arial" panose="020B0604020202020204" pitchFamily="34" charset="0"/>
            </a:endParaRPr>
          </a:p>
          <a:p>
            <a:pPr marL="514350" indent="-514350">
              <a:buFont typeface="+mj-lt"/>
              <a:buAutoNum type="arabicPeriod"/>
            </a:pPr>
            <a:r>
              <a:rPr lang="en-IN" sz="2380" b="1" dirty="0">
                <a:latin typeface="Arial" panose="020B0604020202020204" pitchFamily="34" charset="0"/>
                <a:cs typeface="Arial" panose="020B0604020202020204" pitchFamily="34" charset="0"/>
              </a:rPr>
              <a:t>Muhammad, K., Ahmad, J., Mehmood, I., Rho, S., &amp; Baik, S. W. (2018)</a:t>
            </a:r>
            <a:r>
              <a:rPr lang="en-IN" sz="2380" dirty="0">
                <a:latin typeface="Arial" panose="020B0604020202020204" pitchFamily="34" charset="0"/>
                <a:cs typeface="Arial" panose="020B0604020202020204" pitchFamily="34" charset="0"/>
              </a:rPr>
              <a:t> - "Convolutional Neural Networks based Fire Detection in Surveillance Videos." DOI: </a:t>
            </a:r>
            <a:r>
              <a:rPr lang="en-IN" sz="2380" dirty="0">
                <a:latin typeface="Arial" panose="020B0604020202020204" pitchFamily="34" charset="0"/>
                <a:cs typeface="Arial" panose="020B0604020202020204" pitchFamily="34" charset="0"/>
                <a:hlinkClick r:id="rId2"/>
              </a:rPr>
              <a:t>10.1109/ACCESS.2018.2810246</a:t>
            </a:r>
            <a:endParaRPr lang="en-IN" sz="2380" dirty="0">
              <a:latin typeface="Arial" panose="020B0604020202020204" pitchFamily="34" charset="0"/>
              <a:cs typeface="Arial" panose="020B0604020202020204" pitchFamily="34" charset="0"/>
            </a:endParaRPr>
          </a:p>
          <a:p>
            <a:pPr marL="514350" indent="-514350">
              <a:buFont typeface="+mj-lt"/>
              <a:buAutoNum type="arabicPeriod"/>
            </a:pPr>
            <a:r>
              <a:rPr lang="en-IN" sz="2380" b="1" dirty="0" err="1">
                <a:latin typeface="Arial" panose="020B0604020202020204" pitchFamily="34" charset="0"/>
                <a:cs typeface="Arial" panose="020B0604020202020204" pitchFamily="34" charset="0"/>
              </a:rPr>
              <a:t>Barmpoutis</a:t>
            </a:r>
            <a:r>
              <a:rPr lang="en-IN" sz="2380" b="1" dirty="0">
                <a:latin typeface="Arial" panose="020B0604020202020204" pitchFamily="34" charset="0"/>
                <a:cs typeface="Arial" panose="020B0604020202020204" pitchFamily="34" charset="0"/>
              </a:rPr>
              <a:t>, P., </a:t>
            </a:r>
            <a:r>
              <a:rPr lang="en-IN" sz="2380" b="1" dirty="0" err="1">
                <a:latin typeface="Arial" panose="020B0604020202020204" pitchFamily="34" charset="0"/>
                <a:cs typeface="Arial" panose="020B0604020202020204" pitchFamily="34" charset="0"/>
              </a:rPr>
              <a:t>Papaioannou</a:t>
            </a:r>
            <a:r>
              <a:rPr lang="en-IN" sz="2380" b="1" dirty="0">
                <a:latin typeface="Arial" panose="020B0604020202020204" pitchFamily="34" charset="0"/>
                <a:cs typeface="Arial" panose="020B0604020202020204" pitchFamily="34" charset="0"/>
              </a:rPr>
              <a:t>, P., </a:t>
            </a:r>
            <a:r>
              <a:rPr lang="en-IN" sz="2380" b="1" dirty="0" err="1">
                <a:latin typeface="Arial" panose="020B0604020202020204" pitchFamily="34" charset="0"/>
                <a:cs typeface="Arial" panose="020B0604020202020204" pitchFamily="34" charset="0"/>
              </a:rPr>
              <a:t>Dimitropoulos</a:t>
            </a:r>
            <a:r>
              <a:rPr lang="en-IN" sz="2380" b="1" dirty="0">
                <a:latin typeface="Arial" panose="020B0604020202020204" pitchFamily="34" charset="0"/>
                <a:cs typeface="Arial" panose="020B0604020202020204" pitchFamily="34" charset="0"/>
              </a:rPr>
              <a:t>, K., &amp; </a:t>
            </a:r>
            <a:r>
              <a:rPr lang="en-IN" sz="2380" b="1" dirty="0" err="1">
                <a:latin typeface="Arial" panose="020B0604020202020204" pitchFamily="34" charset="0"/>
                <a:cs typeface="Arial" panose="020B0604020202020204" pitchFamily="34" charset="0"/>
              </a:rPr>
              <a:t>Grammalidis</a:t>
            </a:r>
            <a:r>
              <a:rPr lang="en-IN" sz="2380" b="1" dirty="0">
                <a:latin typeface="Arial" panose="020B0604020202020204" pitchFamily="34" charset="0"/>
                <a:cs typeface="Arial" panose="020B0604020202020204" pitchFamily="34" charset="0"/>
              </a:rPr>
              <a:t>, N. (2019)</a:t>
            </a:r>
            <a:r>
              <a:rPr lang="en-IN" sz="2380" dirty="0">
                <a:latin typeface="Arial" panose="020B0604020202020204" pitchFamily="34" charset="0"/>
                <a:cs typeface="Arial" panose="020B0604020202020204" pitchFamily="34" charset="0"/>
              </a:rPr>
              <a:t> - "A Review on Early Fire Detection Systems Using Optical Remote Sensing." DOI: </a:t>
            </a:r>
            <a:r>
              <a:rPr lang="en-IN" sz="2380" dirty="0">
                <a:latin typeface="Arial" panose="020B0604020202020204" pitchFamily="34" charset="0"/>
                <a:cs typeface="Arial" panose="020B0604020202020204" pitchFamily="34" charset="0"/>
                <a:hlinkClick r:id="rId3"/>
              </a:rPr>
              <a:t>10.1109/JSTARS.2019.2933075</a:t>
            </a:r>
            <a:endParaRPr lang="en-IN" sz="2380" dirty="0">
              <a:latin typeface="Arial" panose="020B0604020202020204" pitchFamily="34" charset="0"/>
              <a:cs typeface="Arial" panose="020B0604020202020204" pitchFamily="34" charset="0"/>
            </a:endParaRPr>
          </a:p>
          <a:p>
            <a:pPr marL="514350" indent="-514350">
              <a:buFont typeface="+mj-lt"/>
              <a:buAutoNum type="arabicPeriod"/>
            </a:pPr>
            <a:r>
              <a:rPr lang="en-IN" sz="2380" b="1" dirty="0">
                <a:latin typeface="Arial" panose="020B0604020202020204" pitchFamily="34" charset="0"/>
                <a:cs typeface="Arial" panose="020B0604020202020204" pitchFamily="34" charset="0"/>
              </a:rPr>
              <a:t>TensorFlow/</a:t>
            </a:r>
            <a:r>
              <a:rPr lang="en-IN" sz="2380" b="1" dirty="0" err="1">
                <a:latin typeface="Arial" panose="020B0604020202020204" pitchFamily="34" charset="0"/>
                <a:cs typeface="Arial" panose="020B0604020202020204" pitchFamily="34" charset="0"/>
              </a:rPr>
              <a:t>Keras</a:t>
            </a:r>
            <a:r>
              <a:rPr lang="en-IN" sz="2380" b="1" dirty="0">
                <a:latin typeface="Arial" panose="020B0604020202020204" pitchFamily="34" charset="0"/>
                <a:cs typeface="Arial" panose="020B0604020202020204" pitchFamily="34" charset="0"/>
              </a:rPr>
              <a:t> Documentation.</a:t>
            </a:r>
            <a:endParaRPr lang="en-IN" sz="2380" b="1" dirty="0">
              <a:latin typeface="Arial" panose="020B0604020202020204" pitchFamily="34" charset="0"/>
              <a:cs typeface="Arial" panose="020B0604020202020204" pitchFamily="34" charset="0"/>
            </a:endParaRPr>
          </a:p>
          <a:p>
            <a:endParaRPr lang="en-IN" sz="2380" dirty="0">
              <a:latin typeface="Arial" panose="020B060402020202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67200" y="1615736"/>
            <a:ext cx="4179570" cy="1524735"/>
          </a:xfrm>
        </p:spPr>
        <p:txBody>
          <a:bodyPr/>
          <a:lstStyle/>
          <a:p>
            <a:r>
              <a:rPr lang="en-US" b="1" dirty="0">
                <a:latin typeface="Arial" panose="020B0604020202020204" pitchFamily="34" charset="0"/>
                <a:cs typeface="Arial" panose="020B0604020202020204" pitchFamily="34" charset="0"/>
              </a:rPr>
              <a:t>THANK YOU!</a:t>
            </a:r>
            <a:endParaRPr lang="en-US" b="1"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a:xfrm>
            <a:off x="4267200" y="6356350"/>
            <a:ext cx="1774371" cy="365125"/>
          </a:xfrm>
        </p:spPr>
        <p:txBody>
          <a:bodyPr/>
          <a:lstStyle/>
          <a:p>
            <a:r>
              <a:rPr lang="en-US" dirty="0"/>
              <a:t>20XX</a:t>
            </a:r>
            <a:endParaRPr lang="en-US" dirty="0"/>
          </a:p>
        </p:txBody>
      </p:sp>
      <p:sp>
        <p:nvSpPr>
          <p:cNvPr id="5" name="Footer Placeholder 4"/>
          <p:cNvSpPr>
            <a:spLocks noGrp="1"/>
          </p:cNvSpPr>
          <p:nvPr>
            <p:ph type="ftr" sz="quarter" idx="11"/>
          </p:nvPr>
        </p:nvSpPr>
        <p:spPr>
          <a:xfrm>
            <a:off x="6479721" y="6356350"/>
            <a:ext cx="2661557" cy="365125"/>
          </a:xfrm>
        </p:spPr>
        <p:txBody>
          <a:bodyPr/>
          <a:lstStyle/>
          <a:p>
            <a:r>
              <a:rPr lang="en-US" dirty="0"/>
              <a:t>Pitch Deck</a:t>
            </a:r>
            <a:endParaRPr lang="en-US" dirty="0"/>
          </a:p>
        </p:txBody>
      </p:sp>
      <p:sp>
        <p:nvSpPr>
          <p:cNvPr id="6" name="Slide Number Placeholder 5"/>
          <p:cNvSpPr>
            <a:spLocks noGrp="1"/>
          </p:cNvSpPr>
          <p:nvPr>
            <p:ph type="sldNum" sz="quarter" idx="12"/>
          </p:nvPr>
        </p:nvSpPr>
        <p:spPr>
          <a:xfrm>
            <a:off x="9579428" y="6356350"/>
            <a:ext cx="1774371" cy="365125"/>
          </a:xfrm>
        </p:spPr>
        <p:txBody>
          <a:bodyPr/>
          <a:lstStyle/>
          <a:p>
            <a:fld id="{B5CEABB6-07DC-46E8-9B57-56EC44A396E5}" type="slidenum">
              <a:rPr lang="en-US" smtClean="0"/>
            </a:fld>
            <a:endParaRPr lang="en-US" dirty="0"/>
          </a:p>
        </p:txBody>
      </p:sp>
    </p:spTree>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EFFFA3F-0FB5-4ED3-8906-A15B16577F44}">
  <ds:schemaRefs/>
</ds:datastoreItem>
</file>

<file path=customXml/itemProps2.xml><?xml version="1.0" encoding="utf-8"?>
<ds:datastoreItem xmlns:ds="http://schemas.openxmlformats.org/officeDocument/2006/customXml" ds:itemID="{6966C46A-DC57-4209-80CD-9FE6C93151FF}">
  <ds:schemaRefs/>
</ds:datastoreItem>
</file>

<file path=customXml/itemProps3.xml><?xml version="1.0" encoding="utf-8"?>
<ds:datastoreItem xmlns:ds="http://schemas.openxmlformats.org/officeDocument/2006/customXml" ds:itemID="{4E18436D-DA32-4E27-AC64-8FFEDA5218F9}">
  <ds:schemaRefs/>
</ds:datastoreItem>
</file>

<file path=docProps/app.xml><?xml version="1.0" encoding="utf-8"?>
<Properties xmlns="http://schemas.openxmlformats.org/officeDocument/2006/extended-properties" xmlns:vt="http://schemas.openxmlformats.org/officeDocument/2006/docPropsVTypes">
  <Template>Minimalist light sales pitch</Template>
  <TotalTime>0</TotalTime>
  <Words>4722</Words>
  <Application>WPS Presentation</Application>
  <PresentationFormat>Widescreen</PresentationFormat>
  <Paragraphs>239</Paragraphs>
  <Slides>16</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16</vt:i4>
      </vt:variant>
    </vt:vector>
  </HeadingPairs>
  <TitlesOfParts>
    <vt:vector size="26" baseType="lpstr">
      <vt:lpstr>Arial</vt:lpstr>
      <vt:lpstr>SimSun</vt:lpstr>
      <vt:lpstr>Wingdings</vt:lpstr>
      <vt:lpstr>Courier New</vt:lpstr>
      <vt:lpstr>Microsoft YaHei</vt:lpstr>
      <vt:lpstr>Arial Unicode MS</vt:lpstr>
      <vt:lpstr>Tenorite</vt:lpstr>
      <vt:lpstr>Segoe Print</vt:lpstr>
      <vt:lpstr>Calibri</vt:lpstr>
      <vt:lpstr>Monoline</vt:lpstr>
      <vt:lpstr>PowerPoint 演示文稿</vt:lpstr>
      <vt:lpstr>PowerPoint 演示文稿</vt:lpstr>
      <vt:lpstr>PowerPoint 演示文稿</vt:lpstr>
      <vt:lpstr>Methodology </vt:lpstr>
      <vt:lpstr>PowerPoint 演示文稿</vt:lpstr>
      <vt:lpstr>PowerPoint 演示文稿</vt:lpstr>
      <vt:lpstr>Results and discussions</vt:lpstr>
      <vt:lpstr>Training Results: </vt:lpstr>
      <vt:lpstr>performance Metrics</vt:lpstr>
      <vt:lpstr>Real time deployment</vt:lpstr>
      <vt:lpstr>challenges</vt:lpstr>
      <vt:lpstr>Potential improvements</vt:lpstr>
      <vt:lpstr>Future directions</vt:lpstr>
      <vt:lpstr>Conclusion</vt:lpstr>
      <vt:lpstr>References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google1595405841</cp:lastModifiedBy>
  <cp:revision>6</cp:revision>
  <dcterms:created xsi:type="dcterms:W3CDTF">2025-01-10T04:55:00Z</dcterms:created>
  <dcterms:modified xsi:type="dcterms:W3CDTF">2025-01-10T10:30:03Z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E3C47FB755434864BD896CCB00B0B610_12</vt:lpwstr>
  </property>
  <property fmtid="{D5CDD505-2E9C-101B-9397-08002B2CF9AE}" pid="4" name="KSOProductBuildVer">
    <vt:lpwstr>1033-12.2.0.19307</vt:lpwstr>
  </property>
</Properties>
</file>